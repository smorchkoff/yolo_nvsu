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2" y="7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3606392" y="418311"/>
            <a:ext cx="6094095" cy="10471785"/>
          </a:xfrm>
          <a:custGeom>
            <a:avLst/>
            <a:gdLst/>
            <a:ahLst/>
            <a:cxnLst/>
            <a:rect l="l" t="t" r="r" b="b"/>
            <a:pathLst>
              <a:path w="6094094" h="10471785">
                <a:moveTo>
                  <a:pt x="6093531" y="10471408"/>
                </a:moveTo>
                <a:lnTo>
                  <a:pt x="0" y="10471408"/>
                </a:lnTo>
                <a:lnTo>
                  <a:pt x="0" y="0"/>
                </a:lnTo>
                <a:lnTo>
                  <a:pt x="6093531" y="0"/>
                </a:lnTo>
                <a:lnTo>
                  <a:pt x="6093531" y="10471408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8389717" y="647781"/>
            <a:ext cx="0" cy="420370"/>
          </a:xfrm>
          <a:custGeom>
            <a:avLst/>
            <a:gdLst/>
            <a:ahLst/>
            <a:cxnLst/>
            <a:rect l="l" t="t" r="r" b="b"/>
            <a:pathLst>
              <a:path h="420369">
                <a:moveTo>
                  <a:pt x="0" y="0"/>
                </a:moveTo>
                <a:lnTo>
                  <a:pt x="0" y="420102"/>
                </a:lnTo>
              </a:path>
            </a:pathLst>
          </a:custGeom>
          <a:ln w="1190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7902742" y="624303"/>
            <a:ext cx="404228" cy="467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8517803" y="754961"/>
            <a:ext cx="963930" cy="218440"/>
          </a:xfrm>
          <a:custGeom>
            <a:avLst/>
            <a:gdLst/>
            <a:ahLst/>
            <a:cxnLst/>
            <a:rect l="l" t="t" r="r" b="b"/>
            <a:pathLst>
              <a:path w="963930" h="218440">
                <a:moveTo>
                  <a:pt x="112938" y="0"/>
                </a:moveTo>
                <a:lnTo>
                  <a:pt x="67670" y="7646"/>
                </a:lnTo>
                <a:lnTo>
                  <a:pt x="31521" y="29950"/>
                </a:lnTo>
                <a:lnTo>
                  <a:pt x="8070" y="64653"/>
                </a:lnTo>
                <a:lnTo>
                  <a:pt x="0" y="109043"/>
                </a:lnTo>
                <a:lnTo>
                  <a:pt x="897" y="124834"/>
                </a:lnTo>
                <a:lnTo>
                  <a:pt x="14345" y="166256"/>
                </a:lnTo>
                <a:lnTo>
                  <a:pt x="42238" y="197016"/>
                </a:lnTo>
                <a:lnTo>
                  <a:pt x="81862" y="214702"/>
                </a:lnTo>
                <a:lnTo>
                  <a:pt x="112938" y="218098"/>
                </a:lnTo>
                <a:lnTo>
                  <a:pt x="133292" y="216660"/>
                </a:lnTo>
                <a:lnTo>
                  <a:pt x="152525" y="212348"/>
                </a:lnTo>
                <a:lnTo>
                  <a:pt x="170637" y="205159"/>
                </a:lnTo>
                <a:lnTo>
                  <a:pt x="187627" y="195093"/>
                </a:lnTo>
                <a:lnTo>
                  <a:pt x="176969" y="178957"/>
                </a:lnTo>
                <a:lnTo>
                  <a:pt x="112635" y="178957"/>
                </a:lnTo>
                <a:lnTo>
                  <a:pt x="102742" y="178417"/>
                </a:lnTo>
                <a:lnTo>
                  <a:pt x="61808" y="159838"/>
                </a:lnTo>
                <a:lnTo>
                  <a:pt x="42400" y="119186"/>
                </a:lnTo>
                <a:lnTo>
                  <a:pt x="41831" y="109043"/>
                </a:lnTo>
                <a:lnTo>
                  <a:pt x="42400" y="98907"/>
                </a:lnTo>
                <a:lnTo>
                  <a:pt x="61808" y="58260"/>
                </a:lnTo>
                <a:lnTo>
                  <a:pt x="102742" y="39681"/>
                </a:lnTo>
                <a:lnTo>
                  <a:pt x="112635" y="39140"/>
                </a:lnTo>
                <a:lnTo>
                  <a:pt x="176969" y="39140"/>
                </a:lnTo>
                <a:lnTo>
                  <a:pt x="187627" y="23004"/>
                </a:lnTo>
                <a:lnTo>
                  <a:pt x="170637" y="12938"/>
                </a:lnTo>
                <a:lnTo>
                  <a:pt x="152525" y="5749"/>
                </a:lnTo>
                <a:lnTo>
                  <a:pt x="133292" y="1437"/>
                </a:lnTo>
                <a:lnTo>
                  <a:pt x="112938" y="0"/>
                </a:lnTo>
                <a:close/>
              </a:path>
              <a:path w="963930" h="218440">
                <a:moveTo>
                  <a:pt x="165523" y="161628"/>
                </a:moveTo>
                <a:lnTo>
                  <a:pt x="152917" y="169213"/>
                </a:lnTo>
                <a:lnTo>
                  <a:pt x="139900" y="174628"/>
                </a:lnTo>
                <a:lnTo>
                  <a:pt x="126472" y="177875"/>
                </a:lnTo>
                <a:lnTo>
                  <a:pt x="112635" y="178957"/>
                </a:lnTo>
                <a:lnTo>
                  <a:pt x="176969" y="178957"/>
                </a:lnTo>
                <a:lnTo>
                  <a:pt x="165523" y="161628"/>
                </a:lnTo>
                <a:close/>
              </a:path>
              <a:path w="963930" h="218440">
                <a:moveTo>
                  <a:pt x="176969" y="39140"/>
                </a:moveTo>
                <a:lnTo>
                  <a:pt x="112635" y="39140"/>
                </a:lnTo>
                <a:lnTo>
                  <a:pt x="126472" y="40223"/>
                </a:lnTo>
                <a:lnTo>
                  <a:pt x="139900" y="43473"/>
                </a:lnTo>
                <a:lnTo>
                  <a:pt x="152917" y="48889"/>
                </a:lnTo>
                <a:lnTo>
                  <a:pt x="165523" y="56469"/>
                </a:lnTo>
                <a:lnTo>
                  <a:pt x="176969" y="39140"/>
                </a:lnTo>
                <a:close/>
              </a:path>
              <a:path w="963930" h="218440">
                <a:moveTo>
                  <a:pt x="398856" y="4481"/>
                </a:moveTo>
                <a:lnTo>
                  <a:pt x="224673" y="4481"/>
                </a:lnTo>
                <a:lnTo>
                  <a:pt x="224673" y="213616"/>
                </a:lnTo>
                <a:lnTo>
                  <a:pt x="262913" y="213616"/>
                </a:lnTo>
                <a:lnTo>
                  <a:pt x="262913" y="40333"/>
                </a:lnTo>
                <a:lnTo>
                  <a:pt x="398856" y="40333"/>
                </a:lnTo>
                <a:lnTo>
                  <a:pt x="398856" y="4481"/>
                </a:lnTo>
                <a:close/>
              </a:path>
              <a:path w="963930" h="218440">
                <a:moveTo>
                  <a:pt x="398856" y="40333"/>
                </a:moveTo>
                <a:lnTo>
                  <a:pt x="360617" y="40333"/>
                </a:lnTo>
                <a:lnTo>
                  <a:pt x="360617" y="213616"/>
                </a:lnTo>
                <a:lnTo>
                  <a:pt x="398856" y="213616"/>
                </a:lnTo>
                <a:lnTo>
                  <a:pt x="398856" y="40333"/>
                </a:lnTo>
                <a:close/>
              </a:path>
              <a:path w="963930" h="218440">
                <a:moveTo>
                  <a:pt x="583196" y="3287"/>
                </a:moveTo>
                <a:lnTo>
                  <a:pt x="546444" y="3287"/>
                </a:lnTo>
                <a:lnTo>
                  <a:pt x="546245" y="8858"/>
                </a:lnTo>
                <a:lnTo>
                  <a:pt x="541564" y="13046"/>
                </a:lnTo>
                <a:lnTo>
                  <a:pt x="532402" y="15831"/>
                </a:lnTo>
                <a:lnTo>
                  <a:pt x="505904" y="23076"/>
                </a:lnTo>
                <a:lnTo>
                  <a:pt x="493038" y="27186"/>
                </a:lnTo>
                <a:lnTo>
                  <a:pt x="458457" y="49740"/>
                </a:lnTo>
                <a:lnTo>
                  <a:pt x="440236" y="96572"/>
                </a:lnTo>
                <a:lnTo>
                  <a:pt x="437997" y="125483"/>
                </a:lnTo>
                <a:lnTo>
                  <a:pt x="439359" y="147919"/>
                </a:lnTo>
                <a:lnTo>
                  <a:pt x="459797" y="195836"/>
                </a:lnTo>
                <a:lnTo>
                  <a:pt x="499911" y="216707"/>
                </a:lnTo>
                <a:lnTo>
                  <a:pt x="516570" y="218098"/>
                </a:lnTo>
                <a:lnTo>
                  <a:pt x="527975" y="217509"/>
                </a:lnTo>
                <a:lnTo>
                  <a:pt x="565658" y="203523"/>
                </a:lnTo>
                <a:lnTo>
                  <a:pt x="583508" y="183439"/>
                </a:lnTo>
                <a:lnTo>
                  <a:pt x="516267" y="183439"/>
                </a:lnTo>
                <a:lnTo>
                  <a:pt x="508388" y="182777"/>
                </a:lnTo>
                <a:lnTo>
                  <a:pt x="478423" y="152976"/>
                </a:lnTo>
                <a:lnTo>
                  <a:pt x="477734" y="144602"/>
                </a:lnTo>
                <a:lnTo>
                  <a:pt x="478423" y="136229"/>
                </a:lnTo>
                <a:lnTo>
                  <a:pt x="501106" y="108446"/>
                </a:lnTo>
                <a:lnTo>
                  <a:pt x="469964" y="108446"/>
                </a:lnTo>
                <a:lnTo>
                  <a:pt x="481262" y="70353"/>
                </a:lnTo>
                <a:lnTo>
                  <a:pt x="516214" y="52532"/>
                </a:lnTo>
                <a:lnTo>
                  <a:pt x="542454" y="46208"/>
                </a:lnTo>
                <a:lnTo>
                  <a:pt x="549826" y="44312"/>
                </a:lnTo>
                <a:lnTo>
                  <a:pt x="581627" y="17477"/>
                </a:lnTo>
                <a:lnTo>
                  <a:pt x="582804" y="10793"/>
                </a:lnTo>
                <a:lnTo>
                  <a:pt x="583196" y="3287"/>
                </a:lnTo>
                <a:close/>
              </a:path>
              <a:path w="963930" h="218440">
                <a:moveTo>
                  <a:pt x="584347" y="105755"/>
                </a:moveTo>
                <a:lnTo>
                  <a:pt x="516267" y="105755"/>
                </a:lnTo>
                <a:lnTo>
                  <a:pt x="524277" y="106419"/>
                </a:lnTo>
                <a:lnTo>
                  <a:pt x="531579" y="108409"/>
                </a:lnTo>
                <a:lnTo>
                  <a:pt x="555113" y="144602"/>
                </a:lnTo>
                <a:lnTo>
                  <a:pt x="554421" y="152976"/>
                </a:lnTo>
                <a:lnTo>
                  <a:pt x="524277" y="182777"/>
                </a:lnTo>
                <a:lnTo>
                  <a:pt x="516267" y="183439"/>
                </a:lnTo>
                <a:lnTo>
                  <a:pt x="583508" y="183439"/>
                </a:lnTo>
                <a:lnTo>
                  <a:pt x="593353" y="144006"/>
                </a:lnTo>
                <a:lnTo>
                  <a:pt x="592829" y="133724"/>
                </a:lnTo>
                <a:lnTo>
                  <a:pt x="591259" y="124097"/>
                </a:lnTo>
                <a:lnTo>
                  <a:pt x="588644" y="115123"/>
                </a:lnTo>
                <a:lnTo>
                  <a:pt x="584987" y="106803"/>
                </a:lnTo>
                <a:lnTo>
                  <a:pt x="584347" y="105755"/>
                </a:lnTo>
                <a:close/>
              </a:path>
              <a:path w="963930" h="218440">
                <a:moveTo>
                  <a:pt x="526727" y="73495"/>
                </a:moveTo>
                <a:lnTo>
                  <a:pt x="485813" y="87445"/>
                </a:lnTo>
                <a:lnTo>
                  <a:pt x="470854" y="108446"/>
                </a:lnTo>
                <a:lnTo>
                  <a:pt x="501106" y="108446"/>
                </a:lnTo>
                <a:lnTo>
                  <a:pt x="508388" y="106419"/>
                </a:lnTo>
                <a:lnTo>
                  <a:pt x="516267" y="105755"/>
                </a:lnTo>
                <a:lnTo>
                  <a:pt x="584347" y="105755"/>
                </a:lnTo>
                <a:lnTo>
                  <a:pt x="580381" y="99272"/>
                </a:lnTo>
                <a:lnTo>
                  <a:pt x="545284" y="75661"/>
                </a:lnTo>
                <a:lnTo>
                  <a:pt x="536294" y="74036"/>
                </a:lnTo>
                <a:lnTo>
                  <a:pt x="526727" y="73495"/>
                </a:lnTo>
                <a:close/>
              </a:path>
              <a:path w="963930" h="218440">
                <a:moveTo>
                  <a:pt x="754092" y="4481"/>
                </a:moveTo>
                <a:lnTo>
                  <a:pt x="631593" y="4481"/>
                </a:lnTo>
                <a:lnTo>
                  <a:pt x="631593" y="213616"/>
                </a:lnTo>
                <a:lnTo>
                  <a:pt x="669833" y="213616"/>
                </a:lnTo>
                <a:lnTo>
                  <a:pt x="669833" y="40333"/>
                </a:lnTo>
                <a:lnTo>
                  <a:pt x="754092" y="40333"/>
                </a:lnTo>
                <a:lnTo>
                  <a:pt x="754092" y="4481"/>
                </a:lnTo>
                <a:close/>
              </a:path>
              <a:path w="963930" h="218440">
                <a:moveTo>
                  <a:pt x="816226" y="4481"/>
                </a:moveTo>
                <a:lnTo>
                  <a:pt x="768426" y="4481"/>
                </a:lnTo>
                <a:lnTo>
                  <a:pt x="847304" y="160141"/>
                </a:lnTo>
                <a:lnTo>
                  <a:pt x="822205" y="213616"/>
                </a:lnTo>
                <a:lnTo>
                  <a:pt x="864926" y="213616"/>
                </a:lnTo>
                <a:lnTo>
                  <a:pt x="910982" y="115923"/>
                </a:lnTo>
                <a:lnTo>
                  <a:pt x="868214" y="115923"/>
                </a:lnTo>
                <a:lnTo>
                  <a:pt x="816226" y="4481"/>
                </a:lnTo>
                <a:close/>
              </a:path>
              <a:path w="963930" h="218440">
                <a:moveTo>
                  <a:pt x="963520" y="4481"/>
                </a:moveTo>
                <a:lnTo>
                  <a:pt x="921102" y="4481"/>
                </a:lnTo>
                <a:lnTo>
                  <a:pt x="868214" y="115923"/>
                </a:lnTo>
                <a:lnTo>
                  <a:pt x="910982" y="115923"/>
                </a:lnTo>
                <a:lnTo>
                  <a:pt x="963520" y="4481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844908" y="4495527"/>
            <a:ext cx="0" cy="1746250"/>
          </a:xfrm>
          <a:custGeom>
            <a:avLst/>
            <a:gdLst/>
            <a:ahLst/>
            <a:cxnLst/>
            <a:rect l="l" t="t" r="r" b="b"/>
            <a:pathLst>
              <a:path h="1746250">
                <a:moveTo>
                  <a:pt x="0" y="0"/>
                </a:moveTo>
                <a:lnTo>
                  <a:pt x="0" y="1745653"/>
                </a:lnTo>
              </a:path>
            </a:pathLst>
          </a:custGeom>
          <a:ln w="49474">
            <a:solidFill>
              <a:srgbClr val="241F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6583195" y="4384611"/>
            <a:ext cx="1675013" cy="193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9538254" y="5939463"/>
            <a:ext cx="2221230" cy="358140"/>
          </a:xfrm>
          <a:custGeom>
            <a:avLst/>
            <a:gdLst/>
            <a:ahLst/>
            <a:cxnLst/>
            <a:rect l="l" t="t" r="r" b="b"/>
            <a:pathLst>
              <a:path w="2221229" h="358139">
                <a:moveTo>
                  <a:pt x="22282" y="94698"/>
                </a:moveTo>
                <a:lnTo>
                  <a:pt x="0" y="94698"/>
                </a:lnTo>
                <a:lnTo>
                  <a:pt x="62469" y="278525"/>
                </a:lnTo>
                <a:lnTo>
                  <a:pt x="82363" y="278525"/>
                </a:lnTo>
                <a:lnTo>
                  <a:pt x="91370" y="253458"/>
                </a:lnTo>
                <a:lnTo>
                  <a:pt x="72416" y="253458"/>
                </a:lnTo>
                <a:lnTo>
                  <a:pt x="22282" y="94698"/>
                </a:lnTo>
                <a:close/>
              </a:path>
              <a:path w="2221229" h="358139">
                <a:moveTo>
                  <a:pt x="159275" y="120163"/>
                </a:moveTo>
                <a:lnTo>
                  <a:pt x="139262" y="120163"/>
                </a:lnTo>
                <a:lnTo>
                  <a:pt x="195763" y="278525"/>
                </a:lnTo>
                <a:lnTo>
                  <a:pt x="215658" y="278525"/>
                </a:lnTo>
                <a:lnTo>
                  <a:pt x="224176" y="253458"/>
                </a:lnTo>
                <a:lnTo>
                  <a:pt x="205711" y="253458"/>
                </a:lnTo>
                <a:lnTo>
                  <a:pt x="159275" y="120163"/>
                </a:lnTo>
                <a:close/>
              </a:path>
              <a:path w="2221229" h="358139">
                <a:moveTo>
                  <a:pt x="150403" y="94698"/>
                </a:moveTo>
                <a:lnTo>
                  <a:pt x="128121" y="94698"/>
                </a:lnTo>
                <a:lnTo>
                  <a:pt x="72416" y="253458"/>
                </a:lnTo>
                <a:lnTo>
                  <a:pt x="91370" y="253458"/>
                </a:lnTo>
                <a:lnTo>
                  <a:pt x="139262" y="120163"/>
                </a:lnTo>
                <a:lnTo>
                  <a:pt x="159275" y="120163"/>
                </a:lnTo>
                <a:lnTo>
                  <a:pt x="150403" y="94698"/>
                </a:lnTo>
                <a:close/>
              </a:path>
              <a:path w="2221229" h="358139">
                <a:moveTo>
                  <a:pt x="278127" y="94698"/>
                </a:moveTo>
                <a:lnTo>
                  <a:pt x="255845" y="94698"/>
                </a:lnTo>
                <a:lnTo>
                  <a:pt x="205711" y="253458"/>
                </a:lnTo>
                <a:lnTo>
                  <a:pt x="224176" y="253458"/>
                </a:lnTo>
                <a:lnTo>
                  <a:pt x="278127" y="94698"/>
                </a:lnTo>
                <a:close/>
              </a:path>
              <a:path w="2221229" h="358139">
                <a:moveTo>
                  <a:pt x="315529" y="94698"/>
                </a:moveTo>
                <a:lnTo>
                  <a:pt x="293247" y="94698"/>
                </a:lnTo>
                <a:lnTo>
                  <a:pt x="355716" y="278525"/>
                </a:lnTo>
                <a:lnTo>
                  <a:pt x="375611" y="278525"/>
                </a:lnTo>
                <a:lnTo>
                  <a:pt x="384618" y="253458"/>
                </a:lnTo>
                <a:lnTo>
                  <a:pt x="365664" y="253458"/>
                </a:lnTo>
                <a:lnTo>
                  <a:pt x="315529" y="94698"/>
                </a:lnTo>
                <a:close/>
              </a:path>
              <a:path w="2221229" h="358139">
                <a:moveTo>
                  <a:pt x="452522" y="120163"/>
                </a:moveTo>
                <a:lnTo>
                  <a:pt x="432510" y="120163"/>
                </a:lnTo>
                <a:lnTo>
                  <a:pt x="489011" y="278525"/>
                </a:lnTo>
                <a:lnTo>
                  <a:pt x="508905" y="278525"/>
                </a:lnTo>
                <a:lnTo>
                  <a:pt x="517424" y="253458"/>
                </a:lnTo>
                <a:lnTo>
                  <a:pt x="498958" y="253458"/>
                </a:lnTo>
                <a:lnTo>
                  <a:pt x="452522" y="120163"/>
                </a:lnTo>
                <a:close/>
              </a:path>
              <a:path w="2221229" h="358139">
                <a:moveTo>
                  <a:pt x="443651" y="94698"/>
                </a:moveTo>
                <a:lnTo>
                  <a:pt x="421369" y="94698"/>
                </a:lnTo>
                <a:lnTo>
                  <a:pt x="365664" y="253458"/>
                </a:lnTo>
                <a:lnTo>
                  <a:pt x="384618" y="253458"/>
                </a:lnTo>
                <a:lnTo>
                  <a:pt x="432510" y="120163"/>
                </a:lnTo>
                <a:lnTo>
                  <a:pt x="452522" y="120163"/>
                </a:lnTo>
                <a:lnTo>
                  <a:pt x="443651" y="94698"/>
                </a:lnTo>
                <a:close/>
              </a:path>
              <a:path w="2221229" h="358139">
                <a:moveTo>
                  <a:pt x="571375" y="94698"/>
                </a:moveTo>
                <a:lnTo>
                  <a:pt x="549093" y="94698"/>
                </a:lnTo>
                <a:lnTo>
                  <a:pt x="498958" y="253458"/>
                </a:lnTo>
                <a:lnTo>
                  <a:pt x="517424" y="253458"/>
                </a:lnTo>
                <a:lnTo>
                  <a:pt x="571375" y="94698"/>
                </a:lnTo>
                <a:close/>
              </a:path>
              <a:path w="2221229" h="358139">
                <a:moveTo>
                  <a:pt x="608777" y="94698"/>
                </a:moveTo>
                <a:lnTo>
                  <a:pt x="586495" y="94698"/>
                </a:lnTo>
                <a:lnTo>
                  <a:pt x="648964" y="278525"/>
                </a:lnTo>
                <a:lnTo>
                  <a:pt x="668859" y="278525"/>
                </a:lnTo>
                <a:lnTo>
                  <a:pt x="677865" y="253458"/>
                </a:lnTo>
                <a:lnTo>
                  <a:pt x="658911" y="253458"/>
                </a:lnTo>
                <a:lnTo>
                  <a:pt x="608777" y="94698"/>
                </a:lnTo>
                <a:close/>
              </a:path>
              <a:path w="2221229" h="358139">
                <a:moveTo>
                  <a:pt x="745770" y="120163"/>
                </a:moveTo>
                <a:lnTo>
                  <a:pt x="725758" y="120163"/>
                </a:lnTo>
                <a:lnTo>
                  <a:pt x="782258" y="278525"/>
                </a:lnTo>
                <a:lnTo>
                  <a:pt x="802153" y="278525"/>
                </a:lnTo>
                <a:lnTo>
                  <a:pt x="810672" y="253458"/>
                </a:lnTo>
                <a:lnTo>
                  <a:pt x="792206" y="253458"/>
                </a:lnTo>
                <a:lnTo>
                  <a:pt x="745770" y="120163"/>
                </a:lnTo>
                <a:close/>
              </a:path>
              <a:path w="2221229" h="358139">
                <a:moveTo>
                  <a:pt x="736899" y="94698"/>
                </a:moveTo>
                <a:lnTo>
                  <a:pt x="714616" y="94698"/>
                </a:lnTo>
                <a:lnTo>
                  <a:pt x="658911" y="253458"/>
                </a:lnTo>
                <a:lnTo>
                  <a:pt x="677865" y="253458"/>
                </a:lnTo>
                <a:lnTo>
                  <a:pt x="725758" y="120163"/>
                </a:lnTo>
                <a:lnTo>
                  <a:pt x="745770" y="120163"/>
                </a:lnTo>
                <a:lnTo>
                  <a:pt x="736899" y="94698"/>
                </a:lnTo>
                <a:close/>
              </a:path>
              <a:path w="2221229" h="358139">
                <a:moveTo>
                  <a:pt x="864622" y="94698"/>
                </a:moveTo>
                <a:lnTo>
                  <a:pt x="842340" y="94698"/>
                </a:lnTo>
                <a:lnTo>
                  <a:pt x="792206" y="253458"/>
                </a:lnTo>
                <a:lnTo>
                  <a:pt x="810672" y="253458"/>
                </a:lnTo>
                <a:lnTo>
                  <a:pt x="864622" y="94698"/>
                </a:lnTo>
                <a:close/>
              </a:path>
              <a:path w="2221229" h="358139">
                <a:moveTo>
                  <a:pt x="928683" y="243113"/>
                </a:moveTo>
                <a:lnTo>
                  <a:pt x="893271" y="243113"/>
                </a:lnTo>
                <a:lnTo>
                  <a:pt x="893271" y="278525"/>
                </a:lnTo>
                <a:lnTo>
                  <a:pt x="928683" y="278525"/>
                </a:lnTo>
                <a:lnTo>
                  <a:pt x="928683" y="243113"/>
                </a:lnTo>
                <a:close/>
              </a:path>
              <a:path w="2221229" h="358139">
                <a:moveTo>
                  <a:pt x="978012" y="243510"/>
                </a:moveTo>
                <a:lnTo>
                  <a:pt x="967666" y="261018"/>
                </a:lnTo>
                <a:lnTo>
                  <a:pt x="975539" y="266281"/>
                </a:lnTo>
                <a:lnTo>
                  <a:pt x="984032" y="270921"/>
                </a:lnTo>
                <a:lnTo>
                  <a:pt x="1023320" y="282949"/>
                </a:lnTo>
                <a:lnTo>
                  <a:pt x="1044460" y="284493"/>
                </a:lnTo>
                <a:lnTo>
                  <a:pt x="1058959" y="283697"/>
                </a:lnTo>
                <a:lnTo>
                  <a:pt x="1071815" y="281308"/>
                </a:lnTo>
                <a:lnTo>
                  <a:pt x="1083030" y="277328"/>
                </a:lnTo>
                <a:lnTo>
                  <a:pt x="1092605" y="271761"/>
                </a:lnTo>
                <a:lnTo>
                  <a:pt x="1099921" y="264997"/>
                </a:lnTo>
                <a:lnTo>
                  <a:pt x="1045256" y="264997"/>
                </a:lnTo>
                <a:lnTo>
                  <a:pt x="1036513" y="264649"/>
                </a:lnTo>
                <a:lnTo>
                  <a:pt x="993680" y="252666"/>
                </a:lnTo>
                <a:lnTo>
                  <a:pt x="985710" y="248387"/>
                </a:lnTo>
                <a:lnTo>
                  <a:pt x="978012" y="243510"/>
                </a:lnTo>
                <a:close/>
              </a:path>
              <a:path w="2221229" h="358139">
                <a:moveTo>
                  <a:pt x="1044858" y="88730"/>
                </a:moveTo>
                <a:lnTo>
                  <a:pt x="1000095" y="100866"/>
                </a:lnTo>
                <a:lnTo>
                  <a:pt x="983582" y="135681"/>
                </a:lnTo>
                <a:lnTo>
                  <a:pt x="984228" y="143764"/>
                </a:lnTo>
                <a:lnTo>
                  <a:pt x="1006761" y="176272"/>
                </a:lnTo>
                <a:lnTo>
                  <a:pt x="1059182" y="202129"/>
                </a:lnTo>
                <a:lnTo>
                  <a:pt x="1065934" y="205563"/>
                </a:lnTo>
                <a:lnTo>
                  <a:pt x="1089024" y="227731"/>
                </a:lnTo>
                <a:lnTo>
                  <a:pt x="1089024" y="243908"/>
                </a:lnTo>
                <a:lnTo>
                  <a:pt x="1055512" y="264474"/>
                </a:lnTo>
                <a:lnTo>
                  <a:pt x="1045256" y="264997"/>
                </a:lnTo>
                <a:lnTo>
                  <a:pt x="1099921" y="264997"/>
                </a:lnTo>
                <a:lnTo>
                  <a:pt x="1100284" y="264649"/>
                </a:lnTo>
                <a:lnTo>
                  <a:pt x="1105737" y="256149"/>
                </a:lnTo>
                <a:lnTo>
                  <a:pt x="1109019" y="246175"/>
                </a:lnTo>
                <a:lnTo>
                  <a:pt x="1110112" y="234757"/>
                </a:lnTo>
                <a:lnTo>
                  <a:pt x="1109441" y="225668"/>
                </a:lnTo>
                <a:lnTo>
                  <a:pt x="1086339" y="192831"/>
                </a:lnTo>
                <a:lnTo>
                  <a:pt x="1035706" y="167911"/>
                </a:lnTo>
                <a:lnTo>
                  <a:pt x="1028444" y="164318"/>
                </a:lnTo>
                <a:lnTo>
                  <a:pt x="1005068" y="142320"/>
                </a:lnTo>
                <a:lnTo>
                  <a:pt x="1005068" y="126132"/>
                </a:lnTo>
                <a:lnTo>
                  <a:pt x="1044858" y="108227"/>
                </a:lnTo>
                <a:lnTo>
                  <a:pt x="1103348" y="108227"/>
                </a:lnTo>
                <a:lnTo>
                  <a:pt x="1105735" y="103452"/>
                </a:lnTo>
                <a:lnTo>
                  <a:pt x="1090887" y="97012"/>
                </a:lnTo>
                <a:lnTo>
                  <a:pt x="1075791" y="92412"/>
                </a:lnTo>
                <a:lnTo>
                  <a:pt x="1060448" y="89650"/>
                </a:lnTo>
                <a:lnTo>
                  <a:pt x="1044858" y="88730"/>
                </a:lnTo>
                <a:close/>
              </a:path>
              <a:path w="2221229" h="358139">
                <a:moveTo>
                  <a:pt x="1103348" y="108227"/>
                </a:moveTo>
                <a:lnTo>
                  <a:pt x="1044858" y="108227"/>
                </a:lnTo>
                <a:lnTo>
                  <a:pt x="1057639" y="109073"/>
                </a:lnTo>
                <a:lnTo>
                  <a:pt x="1070521" y="111610"/>
                </a:lnTo>
                <a:lnTo>
                  <a:pt x="1083503" y="115838"/>
                </a:lnTo>
                <a:lnTo>
                  <a:pt x="1096584" y="121755"/>
                </a:lnTo>
                <a:lnTo>
                  <a:pt x="1103348" y="108227"/>
                </a:lnTo>
                <a:close/>
              </a:path>
              <a:path w="2221229" h="358139">
                <a:moveTo>
                  <a:pt x="1176163" y="94698"/>
                </a:moveTo>
                <a:lnTo>
                  <a:pt x="1156268" y="94698"/>
                </a:lnTo>
                <a:lnTo>
                  <a:pt x="1156268" y="358104"/>
                </a:lnTo>
                <a:lnTo>
                  <a:pt x="1176163" y="358104"/>
                </a:lnTo>
                <a:lnTo>
                  <a:pt x="1176163" y="241123"/>
                </a:lnTo>
                <a:lnTo>
                  <a:pt x="1193871" y="241123"/>
                </a:lnTo>
                <a:lnTo>
                  <a:pt x="1175540" y="197641"/>
                </a:lnTo>
                <a:lnTo>
                  <a:pt x="1174969" y="186612"/>
                </a:lnTo>
                <a:lnTo>
                  <a:pt x="1175540" y="175583"/>
                </a:lnTo>
                <a:lnTo>
                  <a:pt x="1189182" y="137860"/>
                </a:lnTo>
                <a:lnTo>
                  <a:pt x="1193877" y="132100"/>
                </a:lnTo>
                <a:lnTo>
                  <a:pt x="1176163" y="132100"/>
                </a:lnTo>
                <a:lnTo>
                  <a:pt x="1176163" y="94698"/>
                </a:lnTo>
                <a:close/>
              </a:path>
              <a:path w="2221229" h="358139">
                <a:moveTo>
                  <a:pt x="1193871" y="241123"/>
                </a:moveTo>
                <a:lnTo>
                  <a:pt x="1176958" y="241123"/>
                </a:lnTo>
                <a:lnTo>
                  <a:pt x="1182864" y="250723"/>
                </a:lnTo>
                <a:lnTo>
                  <a:pt x="1217110" y="278000"/>
                </a:lnTo>
                <a:lnTo>
                  <a:pt x="1252956" y="284493"/>
                </a:lnTo>
                <a:lnTo>
                  <a:pt x="1265751" y="283747"/>
                </a:lnTo>
                <a:lnTo>
                  <a:pt x="1310004" y="265942"/>
                </a:lnTo>
                <a:lnTo>
                  <a:pt x="1311499" y="264599"/>
                </a:lnTo>
                <a:lnTo>
                  <a:pt x="1249375" y="264599"/>
                </a:lnTo>
                <a:lnTo>
                  <a:pt x="1238569" y="263978"/>
                </a:lnTo>
                <a:lnTo>
                  <a:pt x="1202211" y="249195"/>
                </a:lnTo>
                <a:lnTo>
                  <a:pt x="1195212" y="242768"/>
                </a:lnTo>
                <a:lnTo>
                  <a:pt x="1193871" y="241123"/>
                </a:lnTo>
                <a:close/>
              </a:path>
              <a:path w="2221229" h="358139">
                <a:moveTo>
                  <a:pt x="1311497" y="108624"/>
                </a:moveTo>
                <a:lnTo>
                  <a:pt x="1249375" y="108624"/>
                </a:lnTo>
                <a:lnTo>
                  <a:pt x="1260169" y="109247"/>
                </a:lnTo>
                <a:lnTo>
                  <a:pt x="1270266" y="111113"/>
                </a:lnTo>
                <a:lnTo>
                  <a:pt x="1303241" y="130463"/>
                </a:lnTo>
                <a:lnTo>
                  <a:pt x="1321442" y="165178"/>
                </a:lnTo>
                <a:lnTo>
                  <a:pt x="1323781" y="186612"/>
                </a:lnTo>
                <a:lnTo>
                  <a:pt x="1323196" y="197641"/>
                </a:lnTo>
                <a:lnTo>
                  <a:pt x="1309297" y="235369"/>
                </a:lnTo>
                <a:lnTo>
                  <a:pt x="1270266" y="262115"/>
                </a:lnTo>
                <a:lnTo>
                  <a:pt x="1249375" y="264599"/>
                </a:lnTo>
                <a:lnTo>
                  <a:pt x="1311499" y="264599"/>
                </a:lnTo>
                <a:lnTo>
                  <a:pt x="1338443" y="226753"/>
                </a:lnTo>
                <a:lnTo>
                  <a:pt x="1345267" y="186612"/>
                </a:lnTo>
                <a:lnTo>
                  <a:pt x="1344509" y="172341"/>
                </a:lnTo>
                <a:lnTo>
                  <a:pt x="1333132" y="134885"/>
                </a:lnTo>
                <a:lnTo>
                  <a:pt x="1318806" y="115192"/>
                </a:lnTo>
                <a:lnTo>
                  <a:pt x="1311497" y="108624"/>
                </a:lnTo>
                <a:close/>
              </a:path>
              <a:path w="2221229" h="358139">
                <a:moveTo>
                  <a:pt x="1252956" y="88730"/>
                </a:moveTo>
                <a:lnTo>
                  <a:pt x="1206999" y="100269"/>
                </a:lnTo>
                <a:lnTo>
                  <a:pt x="1176958" y="132100"/>
                </a:lnTo>
                <a:lnTo>
                  <a:pt x="1193877" y="132100"/>
                </a:lnTo>
                <a:lnTo>
                  <a:pt x="1195212" y="130463"/>
                </a:lnTo>
                <a:lnTo>
                  <a:pt x="1202211" y="124034"/>
                </a:lnTo>
                <a:lnTo>
                  <a:pt x="1238569" y="109247"/>
                </a:lnTo>
                <a:lnTo>
                  <a:pt x="1249375" y="108624"/>
                </a:lnTo>
                <a:lnTo>
                  <a:pt x="1311497" y="108624"/>
                </a:lnTo>
                <a:lnTo>
                  <a:pt x="1310004" y="107283"/>
                </a:lnTo>
                <a:lnTo>
                  <a:pt x="1300107" y="100667"/>
                </a:lnTo>
                <a:lnTo>
                  <a:pt x="1289326" y="95444"/>
                </a:lnTo>
                <a:lnTo>
                  <a:pt x="1277874" y="91714"/>
                </a:lnTo>
                <a:lnTo>
                  <a:pt x="1265751" y="89476"/>
                </a:lnTo>
                <a:lnTo>
                  <a:pt x="1252956" y="88730"/>
                </a:lnTo>
                <a:close/>
              </a:path>
              <a:path w="2221229" h="358139">
                <a:moveTo>
                  <a:pt x="1431705" y="241123"/>
                </a:moveTo>
                <a:lnTo>
                  <a:pt x="1414501" y="241123"/>
                </a:lnTo>
                <a:lnTo>
                  <a:pt x="1420419" y="250723"/>
                </a:lnTo>
                <a:lnTo>
                  <a:pt x="1454911" y="278000"/>
                </a:lnTo>
                <a:lnTo>
                  <a:pt x="1490499" y="284493"/>
                </a:lnTo>
                <a:lnTo>
                  <a:pt x="1503293" y="283747"/>
                </a:lnTo>
                <a:lnTo>
                  <a:pt x="1547546" y="265942"/>
                </a:lnTo>
                <a:lnTo>
                  <a:pt x="1549042" y="264599"/>
                </a:lnTo>
                <a:lnTo>
                  <a:pt x="1486918" y="264599"/>
                </a:lnTo>
                <a:lnTo>
                  <a:pt x="1476123" y="263978"/>
                </a:lnTo>
                <a:lnTo>
                  <a:pt x="1440028" y="249195"/>
                </a:lnTo>
                <a:lnTo>
                  <a:pt x="1433051" y="242768"/>
                </a:lnTo>
                <a:lnTo>
                  <a:pt x="1431705" y="241123"/>
                </a:lnTo>
                <a:close/>
              </a:path>
              <a:path w="2221229" h="358139">
                <a:moveTo>
                  <a:pt x="1413705" y="0"/>
                </a:moveTo>
                <a:lnTo>
                  <a:pt x="1393810" y="0"/>
                </a:lnTo>
                <a:lnTo>
                  <a:pt x="1393810" y="278525"/>
                </a:lnTo>
                <a:lnTo>
                  <a:pt x="1413705" y="278525"/>
                </a:lnTo>
                <a:lnTo>
                  <a:pt x="1413705" y="241123"/>
                </a:lnTo>
                <a:lnTo>
                  <a:pt x="1431705" y="241123"/>
                </a:lnTo>
                <a:lnTo>
                  <a:pt x="1413095" y="197641"/>
                </a:lnTo>
                <a:lnTo>
                  <a:pt x="1412511" y="186612"/>
                </a:lnTo>
                <a:lnTo>
                  <a:pt x="1413095" y="175583"/>
                </a:lnTo>
                <a:lnTo>
                  <a:pt x="1426996" y="137860"/>
                </a:lnTo>
                <a:lnTo>
                  <a:pt x="1431711" y="132100"/>
                </a:lnTo>
                <a:lnTo>
                  <a:pt x="1413705" y="132100"/>
                </a:lnTo>
                <a:lnTo>
                  <a:pt x="1413705" y="0"/>
                </a:lnTo>
                <a:close/>
              </a:path>
              <a:path w="2221229" h="358139">
                <a:moveTo>
                  <a:pt x="1549040" y="108624"/>
                </a:moveTo>
                <a:lnTo>
                  <a:pt x="1486918" y="108624"/>
                </a:lnTo>
                <a:lnTo>
                  <a:pt x="1497719" y="109247"/>
                </a:lnTo>
                <a:lnTo>
                  <a:pt x="1507853" y="111113"/>
                </a:lnTo>
                <a:lnTo>
                  <a:pt x="1541077" y="130463"/>
                </a:lnTo>
                <a:lnTo>
                  <a:pt x="1559033" y="165178"/>
                </a:lnTo>
                <a:lnTo>
                  <a:pt x="1561324" y="186612"/>
                </a:lnTo>
                <a:lnTo>
                  <a:pt x="1560751" y="197641"/>
                </a:lnTo>
                <a:lnTo>
                  <a:pt x="1547109" y="235369"/>
                </a:lnTo>
                <a:lnTo>
                  <a:pt x="1507853" y="262115"/>
                </a:lnTo>
                <a:lnTo>
                  <a:pt x="1486918" y="264599"/>
                </a:lnTo>
                <a:lnTo>
                  <a:pt x="1549042" y="264599"/>
                </a:lnTo>
                <a:lnTo>
                  <a:pt x="1575981" y="226753"/>
                </a:lnTo>
                <a:lnTo>
                  <a:pt x="1582810" y="186612"/>
                </a:lnTo>
                <a:lnTo>
                  <a:pt x="1582050" y="172341"/>
                </a:lnTo>
                <a:lnTo>
                  <a:pt x="1570674" y="134885"/>
                </a:lnTo>
                <a:lnTo>
                  <a:pt x="1556349" y="115192"/>
                </a:lnTo>
                <a:lnTo>
                  <a:pt x="1549040" y="108624"/>
                </a:lnTo>
                <a:close/>
              </a:path>
              <a:path w="2221229" h="358139">
                <a:moveTo>
                  <a:pt x="1490499" y="88730"/>
                </a:moveTo>
                <a:lnTo>
                  <a:pt x="1444741" y="100269"/>
                </a:lnTo>
                <a:lnTo>
                  <a:pt x="1414501" y="132100"/>
                </a:lnTo>
                <a:lnTo>
                  <a:pt x="1431711" y="132100"/>
                </a:lnTo>
                <a:lnTo>
                  <a:pt x="1433051" y="130463"/>
                </a:lnTo>
                <a:lnTo>
                  <a:pt x="1440028" y="124034"/>
                </a:lnTo>
                <a:lnTo>
                  <a:pt x="1476123" y="109247"/>
                </a:lnTo>
                <a:lnTo>
                  <a:pt x="1486918" y="108624"/>
                </a:lnTo>
                <a:lnTo>
                  <a:pt x="1549040" y="108624"/>
                </a:lnTo>
                <a:lnTo>
                  <a:pt x="1547546" y="107283"/>
                </a:lnTo>
                <a:lnTo>
                  <a:pt x="1537649" y="100667"/>
                </a:lnTo>
                <a:lnTo>
                  <a:pt x="1526869" y="95444"/>
                </a:lnTo>
                <a:lnTo>
                  <a:pt x="1515417" y="91714"/>
                </a:lnTo>
                <a:lnTo>
                  <a:pt x="1503293" y="89476"/>
                </a:lnTo>
                <a:lnTo>
                  <a:pt x="1490499" y="88730"/>
                </a:lnTo>
                <a:close/>
              </a:path>
              <a:path w="2221229" h="358139">
                <a:moveTo>
                  <a:pt x="1649646" y="94698"/>
                </a:moveTo>
                <a:lnTo>
                  <a:pt x="1629353" y="94698"/>
                </a:lnTo>
                <a:lnTo>
                  <a:pt x="1629378" y="205711"/>
                </a:lnTo>
                <a:lnTo>
                  <a:pt x="1639986" y="253957"/>
                </a:lnTo>
                <a:lnTo>
                  <a:pt x="1670186" y="279622"/>
                </a:lnTo>
                <a:lnTo>
                  <a:pt x="1698189" y="284493"/>
                </a:lnTo>
                <a:lnTo>
                  <a:pt x="1710895" y="283697"/>
                </a:lnTo>
                <a:lnTo>
                  <a:pt x="1749367" y="264950"/>
                </a:lnTo>
                <a:lnTo>
                  <a:pt x="1749673" y="264599"/>
                </a:lnTo>
                <a:lnTo>
                  <a:pt x="1702168" y="264599"/>
                </a:lnTo>
                <a:lnTo>
                  <a:pt x="1690828" y="263704"/>
                </a:lnTo>
                <a:lnTo>
                  <a:pt x="1657703" y="242119"/>
                </a:lnTo>
                <a:lnTo>
                  <a:pt x="1649646" y="205711"/>
                </a:lnTo>
                <a:lnTo>
                  <a:pt x="1649646" y="94698"/>
                </a:lnTo>
                <a:close/>
              </a:path>
              <a:path w="2221229" h="358139">
                <a:moveTo>
                  <a:pt x="1786521" y="239134"/>
                </a:moveTo>
                <a:lnTo>
                  <a:pt x="1767024" y="239134"/>
                </a:lnTo>
                <a:lnTo>
                  <a:pt x="1767024" y="278525"/>
                </a:lnTo>
                <a:lnTo>
                  <a:pt x="1786521" y="278525"/>
                </a:lnTo>
                <a:lnTo>
                  <a:pt x="1786521" y="239134"/>
                </a:lnTo>
                <a:close/>
              </a:path>
              <a:path w="2221229" h="358139">
                <a:moveTo>
                  <a:pt x="1786521" y="94698"/>
                </a:moveTo>
                <a:lnTo>
                  <a:pt x="1766626" y="94698"/>
                </a:lnTo>
                <a:lnTo>
                  <a:pt x="1766626" y="173879"/>
                </a:lnTo>
                <a:lnTo>
                  <a:pt x="1765507" y="196276"/>
                </a:lnTo>
                <a:lnTo>
                  <a:pt x="1748721" y="243311"/>
                </a:lnTo>
                <a:lnTo>
                  <a:pt x="1715820" y="263269"/>
                </a:lnTo>
                <a:lnTo>
                  <a:pt x="1702168" y="264599"/>
                </a:lnTo>
                <a:lnTo>
                  <a:pt x="1749673" y="264599"/>
                </a:lnTo>
                <a:lnTo>
                  <a:pt x="1756081" y="257242"/>
                </a:lnTo>
                <a:lnTo>
                  <a:pt x="1761701" y="248636"/>
                </a:lnTo>
                <a:lnTo>
                  <a:pt x="1766228" y="239134"/>
                </a:lnTo>
                <a:lnTo>
                  <a:pt x="1786521" y="239134"/>
                </a:lnTo>
                <a:lnTo>
                  <a:pt x="1786521" y="94698"/>
                </a:lnTo>
                <a:close/>
              </a:path>
              <a:path w="2221229" h="358139">
                <a:moveTo>
                  <a:pt x="1878832" y="243113"/>
                </a:moveTo>
                <a:lnTo>
                  <a:pt x="1843420" y="243113"/>
                </a:lnTo>
                <a:lnTo>
                  <a:pt x="1843420" y="278525"/>
                </a:lnTo>
                <a:lnTo>
                  <a:pt x="1878832" y="278525"/>
                </a:lnTo>
                <a:lnTo>
                  <a:pt x="1878832" y="243113"/>
                </a:lnTo>
                <a:close/>
              </a:path>
              <a:path w="2221229" h="358139">
                <a:moveTo>
                  <a:pt x="1955615" y="94698"/>
                </a:moveTo>
                <a:lnTo>
                  <a:pt x="1935721" y="94698"/>
                </a:lnTo>
                <a:lnTo>
                  <a:pt x="1935721" y="278525"/>
                </a:lnTo>
                <a:lnTo>
                  <a:pt x="1955615" y="278525"/>
                </a:lnTo>
                <a:lnTo>
                  <a:pt x="1955615" y="188203"/>
                </a:lnTo>
                <a:lnTo>
                  <a:pt x="1956660" y="171606"/>
                </a:lnTo>
                <a:lnTo>
                  <a:pt x="1959793" y="156822"/>
                </a:lnTo>
                <a:lnTo>
                  <a:pt x="1965016" y="143852"/>
                </a:lnTo>
                <a:lnTo>
                  <a:pt x="1969589" y="136875"/>
                </a:lnTo>
                <a:lnTo>
                  <a:pt x="1955615" y="136875"/>
                </a:lnTo>
                <a:lnTo>
                  <a:pt x="1955615" y="94698"/>
                </a:lnTo>
                <a:close/>
              </a:path>
              <a:path w="2221229" h="358139">
                <a:moveTo>
                  <a:pt x="2023655" y="89128"/>
                </a:moveTo>
                <a:lnTo>
                  <a:pt x="2017289" y="89128"/>
                </a:lnTo>
                <a:lnTo>
                  <a:pt x="2006161" y="89962"/>
                </a:lnTo>
                <a:lnTo>
                  <a:pt x="1970177" y="109609"/>
                </a:lnTo>
                <a:lnTo>
                  <a:pt x="1956411" y="136875"/>
                </a:lnTo>
                <a:lnTo>
                  <a:pt x="1969589" y="136875"/>
                </a:lnTo>
                <a:lnTo>
                  <a:pt x="1972327" y="132697"/>
                </a:lnTo>
                <a:lnTo>
                  <a:pt x="1981454" y="123735"/>
                </a:lnTo>
                <a:lnTo>
                  <a:pt x="1992123" y="117331"/>
                </a:lnTo>
                <a:lnTo>
                  <a:pt x="2004334" y="113487"/>
                </a:lnTo>
                <a:lnTo>
                  <a:pt x="2018085" y="112206"/>
                </a:lnTo>
                <a:lnTo>
                  <a:pt x="2023655" y="112206"/>
                </a:lnTo>
                <a:lnTo>
                  <a:pt x="2023655" y="89128"/>
                </a:lnTo>
                <a:close/>
              </a:path>
              <a:path w="2221229" h="358139">
                <a:moveTo>
                  <a:pt x="2084135" y="94698"/>
                </a:moveTo>
                <a:lnTo>
                  <a:pt x="2063842" y="94698"/>
                </a:lnTo>
                <a:lnTo>
                  <a:pt x="2063867" y="205711"/>
                </a:lnTo>
                <a:lnTo>
                  <a:pt x="2074475" y="253957"/>
                </a:lnTo>
                <a:lnTo>
                  <a:pt x="2104675" y="279622"/>
                </a:lnTo>
                <a:lnTo>
                  <a:pt x="2132678" y="284493"/>
                </a:lnTo>
                <a:lnTo>
                  <a:pt x="2145384" y="283697"/>
                </a:lnTo>
                <a:lnTo>
                  <a:pt x="2183857" y="264950"/>
                </a:lnTo>
                <a:lnTo>
                  <a:pt x="2184163" y="264599"/>
                </a:lnTo>
                <a:lnTo>
                  <a:pt x="2136657" y="264599"/>
                </a:lnTo>
                <a:lnTo>
                  <a:pt x="2125317" y="263704"/>
                </a:lnTo>
                <a:lnTo>
                  <a:pt x="2092192" y="242119"/>
                </a:lnTo>
                <a:lnTo>
                  <a:pt x="2084135" y="205711"/>
                </a:lnTo>
                <a:lnTo>
                  <a:pt x="2084135" y="94698"/>
                </a:lnTo>
                <a:close/>
              </a:path>
              <a:path w="2221229" h="358139">
                <a:moveTo>
                  <a:pt x="2221010" y="239134"/>
                </a:moveTo>
                <a:lnTo>
                  <a:pt x="2201514" y="239134"/>
                </a:lnTo>
                <a:lnTo>
                  <a:pt x="2201514" y="278525"/>
                </a:lnTo>
                <a:lnTo>
                  <a:pt x="2221010" y="278525"/>
                </a:lnTo>
                <a:lnTo>
                  <a:pt x="2221010" y="239134"/>
                </a:lnTo>
                <a:close/>
              </a:path>
              <a:path w="2221229" h="358139">
                <a:moveTo>
                  <a:pt x="2221010" y="94698"/>
                </a:moveTo>
                <a:lnTo>
                  <a:pt x="2201116" y="94698"/>
                </a:lnTo>
                <a:lnTo>
                  <a:pt x="2201116" y="173879"/>
                </a:lnTo>
                <a:lnTo>
                  <a:pt x="2199997" y="196276"/>
                </a:lnTo>
                <a:lnTo>
                  <a:pt x="2183211" y="243311"/>
                </a:lnTo>
                <a:lnTo>
                  <a:pt x="2150310" y="263269"/>
                </a:lnTo>
                <a:lnTo>
                  <a:pt x="2136657" y="264599"/>
                </a:lnTo>
                <a:lnTo>
                  <a:pt x="2184163" y="264599"/>
                </a:lnTo>
                <a:lnTo>
                  <a:pt x="2190570" y="257242"/>
                </a:lnTo>
                <a:lnTo>
                  <a:pt x="2196190" y="248636"/>
                </a:lnTo>
                <a:lnTo>
                  <a:pt x="2200718" y="239134"/>
                </a:lnTo>
                <a:lnTo>
                  <a:pt x="2221010" y="239134"/>
                </a:lnTo>
                <a:lnTo>
                  <a:pt x="2221010" y="94698"/>
                </a:lnTo>
                <a:close/>
              </a:path>
            </a:pathLst>
          </a:custGeom>
          <a:solidFill>
            <a:srgbClr val="241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536662" y="5525591"/>
            <a:ext cx="2266950" cy="269875"/>
          </a:xfrm>
          <a:custGeom>
            <a:avLst/>
            <a:gdLst/>
            <a:ahLst/>
            <a:cxnLst/>
            <a:rect l="l" t="t" r="r" b="b"/>
            <a:pathLst>
              <a:path w="2266950" h="269875">
                <a:moveTo>
                  <a:pt x="57296" y="5968"/>
                </a:moveTo>
                <a:lnTo>
                  <a:pt x="0" y="5968"/>
                </a:lnTo>
                <a:lnTo>
                  <a:pt x="79578" y="172685"/>
                </a:lnTo>
                <a:lnTo>
                  <a:pt x="34616" y="269373"/>
                </a:lnTo>
                <a:lnTo>
                  <a:pt x="85149" y="269373"/>
                </a:lnTo>
                <a:lnTo>
                  <a:pt x="153110" y="117378"/>
                </a:lnTo>
                <a:lnTo>
                  <a:pt x="103850" y="117378"/>
                </a:lnTo>
                <a:lnTo>
                  <a:pt x="57296" y="5968"/>
                </a:lnTo>
                <a:close/>
              </a:path>
              <a:path w="2266950" h="269875">
                <a:moveTo>
                  <a:pt x="202925" y="5968"/>
                </a:moveTo>
                <a:lnTo>
                  <a:pt x="151597" y="5968"/>
                </a:lnTo>
                <a:lnTo>
                  <a:pt x="103850" y="117378"/>
                </a:lnTo>
                <a:lnTo>
                  <a:pt x="153110" y="117378"/>
                </a:lnTo>
                <a:lnTo>
                  <a:pt x="202925" y="5968"/>
                </a:lnTo>
                <a:close/>
              </a:path>
              <a:path w="2266950" h="269875">
                <a:moveTo>
                  <a:pt x="278923" y="5968"/>
                </a:moveTo>
                <a:lnTo>
                  <a:pt x="230380" y="5968"/>
                </a:lnTo>
                <a:lnTo>
                  <a:pt x="230380" y="189795"/>
                </a:lnTo>
                <a:lnTo>
                  <a:pt x="278923" y="189795"/>
                </a:lnTo>
                <a:lnTo>
                  <a:pt x="278923" y="116582"/>
                </a:lnTo>
                <a:lnTo>
                  <a:pt x="408636" y="116582"/>
                </a:lnTo>
                <a:lnTo>
                  <a:pt x="408636" y="72018"/>
                </a:lnTo>
                <a:lnTo>
                  <a:pt x="278923" y="72018"/>
                </a:lnTo>
                <a:lnTo>
                  <a:pt x="278923" y="5968"/>
                </a:lnTo>
                <a:close/>
              </a:path>
              <a:path w="2266950" h="269875">
                <a:moveTo>
                  <a:pt x="408636" y="116582"/>
                </a:moveTo>
                <a:lnTo>
                  <a:pt x="359695" y="116582"/>
                </a:lnTo>
                <a:lnTo>
                  <a:pt x="359695" y="189795"/>
                </a:lnTo>
                <a:lnTo>
                  <a:pt x="408636" y="189795"/>
                </a:lnTo>
                <a:lnTo>
                  <a:pt x="408636" y="116582"/>
                </a:lnTo>
                <a:close/>
              </a:path>
              <a:path w="2266950" h="269875">
                <a:moveTo>
                  <a:pt x="408636" y="5968"/>
                </a:moveTo>
                <a:lnTo>
                  <a:pt x="359695" y="5968"/>
                </a:lnTo>
                <a:lnTo>
                  <a:pt x="359695" y="72018"/>
                </a:lnTo>
                <a:lnTo>
                  <a:pt x="408636" y="72018"/>
                </a:lnTo>
                <a:lnTo>
                  <a:pt x="408636" y="5968"/>
                </a:lnTo>
                <a:close/>
              </a:path>
              <a:path w="2266950" h="269875">
                <a:moveTo>
                  <a:pt x="504131" y="5968"/>
                </a:moveTo>
                <a:lnTo>
                  <a:pt x="455588" y="5968"/>
                </a:lnTo>
                <a:lnTo>
                  <a:pt x="455588" y="189795"/>
                </a:lnTo>
                <a:lnTo>
                  <a:pt x="499356" y="189795"/>
                </a:lnTo>
                <a:lnTo>
                  <a:pt x="554703" y="117378"/>
                </a:lnTo>
                <a:lnTo>
                  <a:pt x="504131" y="117378"/>
                </a:lnTo>
                <a:lnTo>
                  <a:pt x="504131" y="5968"/>
                </a:lnTo>
                <a:close/>
              </a:path>
              <a:path w="2266950" h="269875">
                <a:moveTo>
                  <a:pt x="634242" y="78385"/>
                </a:moveTo>
                <a:lnTo>
                  <a:pt x="585301" y="78385"/>
                </a:lnTo>
                <a:lnTo>
                  <a:pt x="585301" y="189795"/>
                </a:lnTo>
                <a:lnTo>
                  <a:pt x="634242" y="189795"/>
                </a:lnTo>
                <a:lnTo>
                  <a:pt x="634242" y="78385"/>
                </a:lnTo>
                <a:close/>
              </a:path>
              <a:path w="2266950" h="269875">
                <a:moveTo>
                  <a:pt x="634242" y="5968"/>
                </a:moveTo>
                <a:lnTo>
                  <a:pt x="590076" y="5968"/>
                </a:lnTo>
                <a:lnTo>
                  <a:pt x="504927" y="117378"/>
                </a:lnTo>
                <a:lnTo>
                  <a:pt x="554703" y="117378"/>
                </a:lnTo>
                <a:lnTo>
                  <a:pt x="584505" y="78385"/>
                </a:lnTo>
                <a:lnTo>
                  <a:pt x="634242" y="78385"/>
                </a:lnTo>
                <a:lnTo>
                  <a:pt x="634242" y="5968"/>
                </a:lnTo>
                <a:close/>
              </a:path>
              <a:path w="2266950" h="269875">
                <a:moveTo>
                  <a:pt x="789420" y="5968"/>
                </a:moveTo>
                <a:lnTo>
                  <a:pt x="680796" y="5968"/>
                </a:lnTo>
                <a:lnTo>
                  <a:pt x="680796" y="189795"/>
                </a:lnTo>
                <a:lnTo>
                  <a:pt x="789420" y="189795"/>
                </a:lnTo>
                <a:lnTo>
                  <a:pt x="802041" y="188974"/>
                </a:lnTo>
                <a:lnTo>
                  <a:pt x="841703" y="169278"/>
                </a:lnTo>
                <a:lnTo>
                  <a:pt x="849483" y="153586"/>
                </a:lnTo>
                <a:lnTo>
                  <a:pt x="729339" y="153586"/>
                </a:lnTo>
                <a:lnTo>
                  <a:pt x="729339" y="112603"/>
                </a:lnTo>
                <a:lnTo>
                  <a:pt x="845271" y="112603"/>
                </a:lnTo>
                <a:lnTo>
                  <a:pt x="841941" y="106732"/>
                </a:lnTo>
                <a:lnTo>
                  <a:pt x="829507" y="97805"/>
                </a:lnTo>
                <a:lnTo>
                  <a:pt x="812100" y="93107"/>
                </a:lnTo>
                <a:lnTo>
                  <a:pt x="812100" y="92709"/>
                </a:lnTo>
                <a:lnTo>
                  <a:pt x="838341" y="77589"/>
                </a:lnTo>
                <a:lnTo>
                  <a:pt x="729339" y="77589"/>
                </a:lnTo>
                <a:lnTo>
                  <a:pt x="729339" y="42176"/>
                </a:lnTo>
                <a:lnTo>
                  <a:pt x="845440" y="42176"/>
                </a:lnTo>
                <a:lnTo>
                  <a:pt x="845360" y="41347"/>
                </a:lnTo>
                <a:lnTo>
                  <a:pt x="812943" y="9001"/>
                </a:lnTo>
                <a:lnTo>
                  <a:pt x="801866" y="6726"/>
                </a:lnTo>
                <a:lnTo>
                  <a:pt x="789420" y="5968"/>
                </a:lnTo>
                <a:close/>
              </a:path>
              <a:path w="2266950" h="269875">
                <a:moveTo>
                  <a:pt x="845271" y="112603"/>
                </a:moveTo>
                <a:lnTo>
                  <a:pt x="785703" y="112603"/>
                </a:lnTo>
                <a:lnTo>
                  <a:pt x="791410" y="114331"/>
                </a:lnTo>
                <a:lnTo>
                  <a:pt x="799368" y="121231"/>
                </a:lnTo>
                <a:lnTo>
                  <a:pt x="801357" y="126268"/>
                </a:lnTo>
                <a:lnTo>
                  <a:pt x="801357" y="139524"/>
                </a:lnTo>
                <a:lnTo>
                  <a:pt x="799096" y="144634"/>
                </a:lnTo>
                <a:lnTo>
                  <a:pt x="790080" y="151796"/>
                </a:lnTo>
                <a:lnTo>
                  <a:pt x="783976" y="153586"/>
                </a:lnTo>
                <a:lnTo>
                  <a:pt x="849483" y="153586"/>
                </a:lnTo>
                <a:lnTo>
                  <a:pt x="850757" y="149583"/>
                </a:lnTo>
                <a:lnTo>
                  <a:pt x="851890" y="137273"/>
                </a:lnTo>
                <a:lnTo>
                  <a:pt x="849402" y="119888"/>
                </a:lnTo>
                <a:lnTo>
                  <a:pt x="845271" y="112603"/>
                </a:lnTo>
                <a:close/>
              </a:path>
              <a:path w="2266950" h="269875">
                <a:moveTo>
                  <a:pt x="845440" y="42176"/>
                </a:moveTo>
                <a:lnTo>
                  <a:pt x="780667" y="42176"/>
                </a:lnTo>
                <a:lnTo>
                  <a:pt x="786164" y="43642"/>
                </a:lnTo>
                <a:lnTo>
                  <a:pt x="793860" y="49474"/>
                </a:lnTo>
                <a:lnTo>
                  <a:pt x="795787" y="53715"/>
                </a:lnTo>
                <a:lnTo>
                  <a:pt x="795787" y="65118"/>
                </a:lnTo>
                <a:lnTo>
                  <a:pt x="793860" y="69631"/>
                </a:lnTo>
                <a:lnTo>
                  <a:pt x="786164" y="75997"/>
                </a:lnTo>
                <a:lnTo>
                  <a:pt x="780792" y="77589"/>
                </a:lnTo>
                <a:lnTo>
                  <a:pt x="838341" y="77589"/>
                </a:lnTo>
                <a:lnTo>
                  <a:pt x="841619" y="72408"/>
                </a:lnTo>
                <a:lnTo>
                  <a:pt x="844230" y="66005"/>
                </a:lnTo>
                <a:lnTo>
                  <a:pt x="845797" y="58979"/>
                </a:lnTo>
                <a:lnTo>
                  <a:pt x="846319" y="51328"/>
                </a:lnTo>
                <a:lnTo>
                  <a:pt x="845440" y="42176"/>
                </a:lnTo>
                <a:close/>
              </a:path>
              <a:path w="2266950" h="269875">
                <a:moveTo>
                  <a:pt x="973237" y="0"/>
                </a:moveTo>
                <a:lnTo>
                  <a:pt x="934293" y="6939"/>
                </a:lnTo>
                <a:lnTo>
                  <a:pt x="896244" y="36430"/>
                </a:lnTo>
                <a:lnTo>
                  <a:pt x="878488" y="84181"/>
                </a:lnTo>
                <a:lnTo>
                  <a:pt x="877742" y="98279"/>
                </a:lnTo>
                <a:lnTo>
                  <a:pt x="878514" y="112370"/>
                </a:lnTo>
                <a:lnTo>
                  <a:pt x="890109" y="149457"/>
                </a:lnTo>
                <a:lnTo>
                  <a:pt x="924694" y="183627"/>
                </a:lnTo>
                <a:lnTo>
                  <a:pt x="962368" y="195004"/>
                </a:lnTo>
                <a:lnTo>
                  <a:pt x="976818" y="195763"/>
                </a:lnTo>
                <a:lnTo>
                  <a:pt x="989328" y="195178"/>
                </a:lnTo>
                <a:lnTo>
                  <a:pt x="1031106" y="181428"/>
                </a:lnTo>
                <a:lnTo>
                  <a:pt x="1056397" y="162738"/>
                </a:lnTo>
                <a:lnTo>
                  <a:pt x="1049190" y="152393"/>
                </a:lnTo>
                <a:lnTo>
                  <a:pt x="976818" y="152393"/>
                </a:lnTo>
                <a:lnTo>
                  <a:pt x="966534" y="151659"/>
                </a:lnTo>
                <a:lnTo>
                  <a:pt x="930110" y="126582"/>
                </a:lnTo>
                <a:lnTo>
                  <a:pt x="925092" y="107829"/>
                </a:lnTo>
                <a:lnTo>
                  <a:pt x="1062365" y="107829"/>
                </a:lnTo>
                <a:lnTo>
                  <a:pt x="1062365" y="98279"/>
                </a:lnTo>
                <a:lnTo>
                  <a:pt x="1060916" y="76395"/>
                </a:lnTo>
                <a:lnTo>
                  <a:pt x="926285" y="76395"/>
                </a:lnTo>
                <a:lnTo>
                  <a:pt x="928237" y="67645"/>
                </a:lnTo>
                <a:lnTo>
                  <a:pt x="962109" y="39964"/>
                </a:lnTo>
                <a:lnTo>
                  <a:pt x="970850" y="39391"/>
                </a:lnTo>
                <a:lnTo>
                  <a:pt x="1048845" y="39391"/>
                </a:lnTo>
                <a:lnTo>
                  <a:pt x="1038889" y="25664"/>
                </a:lnTo>
                <a:lnTo>
                  <a:pt x="1025981" y="14436"/>
                </a:lnTo>
                <a:lnTo>
                  <a:pt x="1010736" y="6416"/>
                </a:lnTo>
                <a:lnTo>
                  <a:pt x="993154" y="1604"/>
                </a:lnTo>
                <a:lnTo>
                  <a:pt x="973237" y="0"/>
                </a:lnTo>
                <a:close/>
              </a:path>
              <a:path w="2266950" h="269875">
                <a:moveTo>
                  <a:pt x="1031727" y="127325"/>
                </a:moveTo>
                <a:lnTo>
                  <a:pt x="1018895" y="138292"/>
                </a:lnTo>
                <a:lnTo>
                  <a:pt x="1005466" y="146126"/>
                </a:lnTo>
                <a:lnTo>
                  <a:pt x="991441" y="150826"/>
                </a:lnTo>
                <a:lnTo>
                  <a:pt x="976818" y="152393"/>
                </a:lnTo>
                <a:lnTo>
                  <a:pt x="1049190" y="152393"/>
                </a:lnTo>
                <a:lnTo>
                  <a:pt x="1031727" y="127325"/>
                </a:lnTo>
                <a:close/>
              </a:path>
              <a:path w="2266950" h="269875">
                <a:moveTo>
                  <a:pt x="1048845" y="39391"/>
                </a:moveTo>
                <a:lnTo>
                  <a:pt x="970850" y="39391"/>
                </a:lnTo>
                <a:lnTo>
                  <a:pt x="979564" y="40001"/>
                </a:lnTo>
                <a:lnTo>
                  <a:pt x="987411" y="41831"/>
                </a:lnTo>
                <a:lnTo>
                  <a:pt x="1013026" y="76395"/>
                </a:lnTo>
                <a:lnTo>
                  <a:pt x="1060916" y="76395"/>
                </a:lnTo>
                <a:lnTo>
                  <a:pt x="1060898" y="76135"/>
                </a:lnTo>
                <a:lnTo>
                  <a:pt x="1056497" y="56651"/>
                </a:lnTo>
                <a:lnTo>
                  <a:pt x="1049161" y="39827"/>
                </a:lnTo>
                <a:lnTo>
                  <a:pt x="1048845" y="39391"/>
                </a:lnTo>
                <a:close/>
              </a:path>
              <a:path w="2266950" h="269875">
                <a:moveTo>
                  <a:pt x="1145923" y="5968"/>
                </a:moveTo>
                <a:lnTo>
                  <a:pt x="1097380" y="5968"/>
                </a:lnTo>
                <a:lnTo>
                  <a:pt x="1097380" y="269373"/>
                </a:lnTo>
                <a:lnTo>
                  <a:pt x="1145923" y="269373"/>
                </a:lnTo>
                <a:lnTo>
                  <a:pt x="1145923" y="163932"/>
                </a:lnTo>
                <a:lnTo>
                  <a:pt x="1275752" y="163932"/>
                </a:lnTo>
                <a:lnTo>
                  <a:pt x="1278182" y="160984"/>
                </a:lnTo>
                <a:lnTo>
                  <a:pt x="1284589" y="150602"/>
                </a:lnTo>
                <a:lnTo>
                  <a:pt x="1285030" y="149608"/>
                </a:lnTo>
                <a:lnTo>
                  <a:pt x="1195659" y="149608"/>
                </a:lnTo>
                <a:lnTo>
                  <a:pt x="1185052" y="148712"/>
                </a:lnTo>
                <a:lnTo>
                  <a:pt x="1149355" y="118769"/>
                </a:lnTo>
                <a:lnTo>
                  <a:pt x="1145923" y="97881"/>
                </a:lnTo>
                <a:lnTo>
                  <a:pt x="1146781" y="86891"/>
                </a:lnTo>
                <a:lnTo>
                  <a:pt x="1167048" y="54213"/>
                </a:lnTo>
                <a:lnTo>
                  <a:pt x="1195659" y="46155"/>
                </a:lnTo>
                <a:lnTo>
                  <a:pt x="1285030" y="46155"/>
                </a:lnTo>
                <a:lnTo>
                  <a:pt x="1284589" y="45160"/>
                </a:lnTo>
                <a:lnTo>
                  <a:pt x="1278182" y="34778"/>
                </a:lnTo>
                <a:lnTo>
                  <a:pt x="1275752" y="31831"/>
                </a:lnTo>
                <a:lnTo>
                  <a:pt x="1145923" y="31831"/>
                </a:lnTo>
                <a:lnTo>
                  <a:pt x="1145923" y="5968"/>
                </a:lnTo>
                <a:close/>
              </a:path>
              <a:path w="2266950" h="269875">
                <a:moveTo>
                  <a:pt x="1275752" y="163932"/>
                </a:moveTo>
                <a:lnTo>
                  <a:pt x="1146719" y="163932"/>
                </a:lnTo>
                <a:lnTo>
                  <a:pt x="1151676" y="171070"/>
                </a:lnTo>
                <a:lnTo>
                  <a:pt x="1188048" y="193674"/>
                </a:lnTo>
                <a:lnTo>
                  <a:pt x="1207994" y="195763"/>
                </a:lnTo>
                <a:lnTo>
                  <a:pt x="1219880" y="195041"/>
                </a:lnTo>
                <a:lnTo>
                  <a:pt x="1262169" y="177794"/>
                </a:lnTo>
                <a:lnTo>
                  <a:pt x="1275752" y="163932"/>
                </a:lnTo>
                <a:close/>
              </a:path>
              <a:path w="2266950" h="269875">
                <a:moveTo>
                  <a:pt x="1285030" y="46155"/>
                </a:moveTo>
                <a:lnTo>
                  <a:pt x="1195659" y="46155"/>
                </a:lnTo>
                <a:lnTo>
                  <a:pt x="1206263" y="47050"/>
                </a:lnTo>
                <a:lnTo>
                  <a:pt x="1215800" y="49736"/>
                </a:lnTo>
                <a:lnTo>
                  <a:pt x="1244538" y="86891"/>
                </a:lnTo>
                <a:lnTo>
                  <a:pt x="1245396" y="97881"/>
                </a:lnTo>
                <a:lnTo>
                  <a:pt x="1244538" y="108872"/>
                </a:lnTo>
                <a:lnTo>
                  <a:pt x="1224269" y="141550"/>
                </a:lnTo>
                <a:lnTo>
                  <a:pt x="1195659" y="149608"/>
                </a:lnTo>
                <a:lnTo>
                  <a:pt x="1285030" y="149608"/>
                </a:lnTo>
                <a:lnTo>
                  <a:pt x="1289723" y="139027"/>
                </a:lnTo>
                <a:lnTo>
                  <a:pt x="1293391" y="126382"/>
                </a:lnTo>
                <a:lnTo>
                  <a:pt x="1295592" y="112667"/>
                </a:lnTo>
                <a:lnTo>
                  <a:pt x="1296327" y="97881"/>
                </a:lnTo>
                <a:lnTo>
                  <a:pt x="1295592" y="83100"/>
                </a:lnTo>
                <a:lnTo>
                  <a:pt x="1293391" y="69385"/>
                </a:lnTo>
                <a:lnTo>
                  <a:pt x="1289723" y="56738"/>
                </a:lnTo>
                <a:lnTo>
                  <a:pt x="1285030" y="46155"/>
                </a:lnTo>
                <a:close/>
              </a:path>
              <a:path w="2266950" h="269875">
                <a:moveTo>
                  <a:pt x="1207994" y="0"/>
                </a:moveTo>
                <a:lnTo>
                  <a:pt x="1163911" y="12957"/>
                </a:lnTo>
                <a:lnTo>
                  <a:pt x="1146719" y="31831"/>
                </a:lnTo>
                <a:lnTo>
                  <a:pt x="1275752" y="31831"/>
                </a:lnTo>
                <a:lnTo>
                  <a:pt x="1242163" y="6489"/>
                </a:lnTo>
                <a:lnTo>
                  <a:pt x="1207994" y="0"/>
                </a:lnTo>
                <a:close/>
              </a:path>
              <a:path w="2266950" h="269875">
                <a:moveTo>
                  <a:pt x="1422448" y="0"/>
                </a:moveTo>
                <a:lnTo>
                  <a:pt x="1381861" y="6829"/>
                </a:lnTo>
                <a:lnTo>
                  <a:pt x="1349385" y="26812"/>
                </a:lnTo>
                <a:lnTo>
                  <a:pt x="1324220" y="70529"/>
                </a:lnTo>
                <a:lnTo>
                  <a:pt x="1320985" y="97881"/>
                </a:lnTo>
                <a:lnTo>
                  <a:pt x="1321794" y="111984"/>
                </a:lnTo>
                <a:lnTo>
                  <a:pt x="1333917" y="149210"/>
                </a:lnTo>
                <a:lnTo>
                  <a:pt x="1369926" y="183627"/>
                </a:lnTo>
                <a:lnTo>
                  <a:pt x="1408122" y="195004"/>
                </a:lnTo>
                <a:lnTo>
                  <a:pt x="1422448" y="195763"/>
                </a:lnTo>
                <a:lnTo>
                  <a:pt x="1439606" y="194620"/>
                </a:lnTo>
                <a:lnTo>
                  <a:pt x="1456068" y="191190"/>
                </a:lnTo>
                <a:lnTo>
                  <a:pt x="1471835" y="185471"/>
                </a:lnTo>
                <a:lnTo>
                  <a:pt x="1486907" y="177460"/>
                </a:lnTo>
                <a:lnTo>
                  <a:pt x="1472500" y="150005"/>
                </a:lnTo>
                <a:lnTo>
                  <a:pt x="1423244" y="150005"/>
                </a:lnTo>
                <a:lnTo>
                  <a:pt x="1412401" y="149098"/>
                </a:lnTo>
                <a:lnTo>
                  <a:pt x="1379403" y="127689"/>
                </a:lnTo>
                <a:lnTo>
                  <a:pt x="1371120" y="97881"/>
                </a:lnTo>
                <a:lnTo>
                  <a:pt x="1372041" y="86879"/>
                </a:lnTo>
                <a:lnTo>
                  <a:pt x="1393699" y="53929"/>
                </a:lnTo>
                <a:lnTo>
                  <a:pt x="1423244" y="45757"/>
                </a:lnTo>
                <a:lnTo>
                  <a:pt x="1472500" y="45757"/>
                </a:lnTo>
                <a:lnTo>
                  <a:pt x="1486907" y="18303"/>
                </a:lnTo>
                <a:lnTo>
                  <a:pt x="1471835" y="10296"/>
                </a:lnTo>
                <a:lnTo>
                  <a:pt x="1456068" y="4577"/>
                </a:lnTo>
                <a:lnTo>
                  <a:pt x="1439606" y="1144"/>
                </a:lnTo>
                <a:lnTo>
                  <a:pt x="1422448" y="0"/>
                </a:lnTo>
                <a:close/>
              </a:path>
              <a:path w="2266950" h="269875">
                <a:moveTo>
                  <a:pt x="1465819" y="137273"/>
                </a:moveTo>
                <a:lnTo>
                  <a:pt x="1455549" y="142845"/>
                </a:lnTo>
                <a:lnTo>
                  <a:pt x="1445030" y="146824"/>
                </a:lnTo>
                <a:lnTo>
                  <a:pt x="1434262" y="149210"/>
                </a:lnTo>
                <a:lnTo>
                  <a:pt x="1423244" y="150005"/>
                </a:lnTo>
                <a:lnTo>
                  <a:pt x="1472500" y="150005"/>
                </a:lnTo>
                <a:lnTo>
                  <a:pt x="1465819" y="137273"/>
                </a:lnTo>
                <a:close/>
              </a:path>
              <a:path w="2266950" h="269875">
                <a:moveTo>
                  <a:pt x="1472500" y="45757"/>
                </a:moveTo>
                <a:lnTo>
                  <a:pt x="1423244" y="45757"/>
                </a:lnTo>
                <a:lnTo>
                  <a:pt x="1434262" y="46554"/>
                </a:lnTo>
                <a:lnTo>
                  <a:pt x="1445030" y="48943"/>
                </a:lnTo>
                <a:lnTo>
                  <a:pt x="1455549" y="52922"/>
                </a:lnTo>
                <a:lnTo>
                  <a:pt x="1465819" y="58490"/>
                </a:lnTo>
                <a:lnTo>
                  <a:pt x="1472500" y="45757"/>
                </a:lnTo>
                <a:close/>
              </a:path>
              <a:path w="2266950" h="269875">
                <a:moveTo>
                  <a:pt x="1566486" y="5968"/>
                </a:moveTo>
                <a:lnTo>
                  <a:pt x="1517943" y="5968"/>
                </a:lnTo>
                <a:lnTo>
                  <a:pt x="1517943" y="189795"/>
                </a:lnTo>
                <a:lnTo>
                  <a:pt x="1561711" y="189795"/>
                </a:lnTo>
                <a:lnTo>
                  <a:pt x="1617058" y="117378"/>
                </a:lnTo>
                <a:lnTo>
                  <a:pt x="1566486" y="117378"/>
                </a:lnTo>
                <a:lnTo>
                  <a:pt x="1566486" y="5968"/>
                </a:lnTo>
                <a:close/>
              </a:path>
              <a:path w="2266950" h="269875">
                <a:moveTo>
                  <a:pt x="1696597" y="78385"/>
                </a:moveTo>
                <a:lnTo>
                  <a:pt x="1647656" y="78385"/>
                </a:lnTo>
                <a:lnTo>
                  <a:pt x="1647656" y="189795"/>
                </a:lnTo>
                <a:lnTo>
                  <a:pt x="1696597" y="189795"/>
                </a:lnTo>
                <a:lnTo>
                  <a:pt x="1696597" y="78385"/>
                </a:lnTo>
                <a:close/>
              </a:path>
              <a:path w="2266950" h="269875">
                <a:moveTo>
                  <a:pt x="1696597" y="5968"/>
                </a:moveTo>
                <a:lnTo>
                  <a:pt x="1652431" y="5968"/>
                </a:lnTo>
                <a:lnTo>
                  <a:pt x="1567282" y="117378"/>
                </a:lnTo>
                <a:lnTo>
                  <a:pt x="1617058" y="117378"/>
                </a:lnTo>
                <a:lnTo>
                  <a:pt x="1646860" y="78385"/>
                </a:lnTo>
                <a:lnTo>
                  <a:pt x="1696597" y="78385"/>
                </a:lnTo>
                <a:lnTo>
                  <a:pt x="1696597" y="5968"/>
                </a:lnTo>
                <a:close/>
              </a:path>
              <a:path w="2266950" h="269875">
                <a:moveTo>
                  <a:pt x="1833870" y="50134"/>
                </a:moveTo>
                <a:lnTo>
                  <a:pt x="1784929" y="50134"/>
                </a:lnTo>
                <a:lnTo>
                  <a:pt x="1784929" y="189795"/>
                </a:lnTo>
                <a:lnTo>
                  <a:pt x="1833870" y="189795"/>
                </a:lnTo>
                <a:lnTo>
                  <a:pt x="1833870" y="50134"/>
                </a:lnTo>
                <a:close/>
              </a:path>
              <a:path w="2266950" h="269875">
                <a:moveTo>
                  <a:pt x="1895146" y="5968"/>
                </a:moveTo>
                <a:lnTo>
                  <a:pt x="1723654" y="5968"/>
                </a:lnTo>
                <a:lnTo>
                  <a:pt x="1723654" y="50134"/>
                </a:lnTo>
                <a:lnTo>
                  <a:pt x="1895146" y="50134"/>
                </a:lnTo>
                <a:lnTo>
                  <a:pt x="1895146" y="5968"/>
                </a:lnTo>
                <a:close/>
              </a:path>
              <a:path w="2266950" h="269875">
                <a:moveTo>
                  <a:pt x="1998598" y="0"/>
                </a:moveTo>
                <a:lnTo>
                  <a:pt x="1959654" y="6939"/>
                </a:lnTo>
                <a:lnTo>
                  <a:pt x="1921606" y="36430"/>
                </a:lnTo>
                <a:lnTo>
                  <a:pt x="1903850" y="84181"/>
                </a:lnTo>
                <a:lnTo>
                  <a:pt x="1903104" y="98279"/>
                </a:lnTo>
                <a:lnTo>
                  <a:pt x="1903874" y="112370"/>
                </a:lnTo>
                <a:lnTo>
                  <a:pt x="1915470" y="149457"/>
                </a:lnTo>
                <a:lnTo>
                  <a:pt x="1950055" y="183627"/>
                </a:lnTo>
                <a:lnTo>
                  <a:pt x="1987730" y="195004"/>
                </a:lnTo>
                <a:lnTo>
                  <a:pt x="2002179" y="195763"/>
                </a:lnTo>
                <a:lnTo>
                  <a:pt x="2014685" y="195178"/>
                </a:lnTo>
                <a:lnTo>
                  <a:pt x="2056467" y="181428"/>
                </a:lnTo>
                <a:lnTo>
                  <a:pt x="2081758" y="162738"/>
                </a:lnTo>
                <a:lnTo>
                  <a:pt x="2074551" y="152393"/>
                </a:lnTo>
                <a:lnTo>
                  <a:pt x="2002179" y="152393"/>
                </a:lnTo>
                <a:lnTo>
                  <a:pt x="1991896" y="151659"/>
                </a:lnTo>
                <a:lnTo>
                  <a:pt x="1955471" y="126582"/>
                </a:lnTo>
                <a:lnTo>
                  <a:pt x="1950453" y="107829"/>
                </a:lnTo>
                <a:lnTo>
                  <a:pt x="2087727" y="107829"/>
                </a:lnTo>
                <a:lnTo>
                  <a:pt x="2087727" y="98279"/>
                </a:lnTo>
                <a:lnTo>
                  <a:pt x="2086276" y="76395"/>
                </a:lnTo>
                <a:lnTo>
                  <a:pt x="1951647" y="76395"/>
                </a:lnTo>
                <a:lnTo>
                  <a:pt x="1953597" y="67645"/>
                </a:lnTo>
                <a:lnTo>
                  <a:pt x="1987466" y="39964"/>
                </a:lnTo>
                <a:lnTo>
                  <a:pt x="1996211" y="39391"/>
                </a:lnTo>
                <a:lnTo>
                  <a:pt x="2074203" y="39391"/>
                </a:lnTo>
                <a:lnTo>
                  <a:pt x="2064251" y="25664"/>
                </a:lnTo>
                <a:lnTo>
                  <a:pt x="2051341" y="14436"/>
                </a:lnTo>
                <a:lnTo>
                  <a:pt x="2036093" y="6416"/>
                </a:lnTo>
                <a:lnTo>
                  <a:pt x="2018512" y="1604"/>
                </a:lnTo>
                <a:lnTo>
                  <a:pt x="1998598" y="0"/>
                </a:lnTo>
                <a:close/>
              </a:path>
              <a:path w="2266950" h="269875">
                <a:moveTo>
                  <a:pt x="2057089" y="127325"/>
                </a:moveTo>
                <a:lnTo>
                  <a:pt x="2044257" y="138292"/>
                </a:lnTo>
                <a:lnTo>
                  <a:pt x="2030828" y="146126"/>
                </a:lnTo>
                <a:lnTo>
                  <a:pt x="2016802" y="150826"/>
                </a:lnTo>
                <a:lnTo>
                  <a:pt x="2002179" y="152393"/>
                </a:lnTo>
                <a:lnTo>
                  <a:pt x="2074551" y="152393"/>
                </a:lnTo>
                <a:lnTo>
                  <a:pt x="2057089" y="127325"/>
                </a:lnTo>
                <a:close/>
              </a:path>
              <a:path w="2266950" h="269875">
                <a:moveTo>
                  <a:pt x="2074203" y="39391"/>
                </a:moveTo>
                <a:lnTo>
                  <a:pt x="1996211" y="39391"/>
                </a:lnTo>
                <a:lnTo>
                  <a:pt x="2004926" y="40001"/>
                </a:lnTo>
                <a:lnTo>
                  <a:pt x="2012772" y="41831"/>
                </a:lnTo>
                <a:lnTo>
                  <a:pt x="2038388" y="76395"/>
                </a:lnTo>
                <a:lnTo>
                  <a:pt x="2086276" y="76395"/>
                </a:lnTo>
                <a:lnTo>
                  <a:pt x="2086258" y="76135"/>
                </a:lnTo>
                <a:lnTo>
                  <a:pt x="2081855" y="56651"/>
                </a:lnTo>
                <a:lnTo>
                  <a:pt x="2074518" y="39827"/>
                </a:lnTo>
                <a:lnTo>
                  <a:pt x="2074203" y="39391"/>
                </a:lnTo>
                <a:close/>
              </a:path>
              <a:path w="2266950" h="269875">
                <a:moveTo>
                  <a:pt x="2205095" y="50134"/>
                </a:moveTo>
                <a:lnTo>
                  <a:pt x="2156154" y="50134"/>
                </a:lnTo>
                <a:lnTo>
                  <a:pt x="2156154" y="189795"/>
                </a:lnTo>
                <a:lnTo>
                  <a:pt x="2205095" y="189795"/>
                </a:lnTo>
                <a:lnTo>
                  <a:pt x="2205095" y="50134"/>
                </a:lnTo>
                <a:close/>
              </a:path>
              <a:path w="2266950" h="269875">
                <a:moveTo>
                  <a:pt x="2266370" y="5968"/>
                </a:moveTo>
                <a:lnTo>
                  <a:pt x="2094878" y="5968"/>
                </a:lnTo>
                <a:lnTo>
                  <a:pt x="2094878" y="50134"/>
                </a:lnTo>
                <a:lnTo>
                  <a:pt x="2266370" y="50134"/>
                </a:lnTo>
                <a:lnTo>
                  <a:pt x="2266370" y="5968"/>
                </a:lnTo>
                <a:close/>
              </a:path>
            </a:pathLst>
          </a:custGeom>
          <a:solidFill>
            <a:srgbClr val="241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9556159" y="4997627"/>
            <a:ext cx="3121831" cy="3366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9546211" y="4509454"/>
            <a:ext cx="3974905" cy="364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6104" y="3453163"/>
            <a:ext cx="10927715" cy="379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9972" y="10185942"/>
            <a:ext cx="302259" cy="511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201862"/>
            <a:ext cx="9694545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Простой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1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изучении.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Открытый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исходный</a:t>
            </a:r>
            <a:r>
              <a:rPr sz="3300" spc="1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код.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Интерактивный </a:t>
            </a:r>
            <a:r>
              <a:rPr sz="3300" spc="-340" dirty="0">
                <a:solidFill>
                  <a:srgbClr val="1E1E1E"/>
                </a:solidFill>
                <a:latin typeface="Arial"/>
                <a:cs typeface="Arial"/>
              </a:rPr>
              <a:t>(REPL,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Jupyter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Notebook).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Экосистема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библиотек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научных</a:t>
            </a:r>
            <a:r>
              <a:rPr sz="3300" spc="4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вычислений.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1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0262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453163"/>
            <a:ext cx="9219565" cy="4046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635">
              <a:lnSpc>
                <a:spcPct val="100000"/>
              </a:lnSpc>
              <a:spcBef>
                <a:spcPts val="95"/>
              </a:spcBef>
            </a:pPr>
            <a:r>
              <a:rPr sz="3300" b="1" spc="-90" dirty="0">
                <a:solidFill>
                  <a:srgbClr val="1E1E1E"/>
                </a:solidFill>
                <a:latin typeface="Arial"/>
                <a:cs typeface="Arial"/>
              </a:rPr>
              <a:t>Python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язык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общего назначения,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и,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кроме  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анализа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данных,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легко 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можно</a:t>
            </a:r>
            <a:r>
              <a:rPr sz="3300" spc="5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реализовать: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Загрузку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сайта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Простой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Web</a:t>
            </a:r>
            <a:r>
              <a:rPr sz="3300" spc="3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210" dirty="0">
                <a:solidFill>
                  <a:srgbClr val="1E1E1E"/>
                </a:solidFill>
                <a:latin typeface="Arial"/>
                <a:cs typeface="Arial"/>
              </a:rPr>
              <a:t>Server.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Операции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файлами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подготовки</a:t>
            </a:r>
            <a:r>
              <a:rPr sz="3300" spc="6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данных.</a:t>
            </a:r>
            <a:endParaRPr sz="3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12700">
              <a:lnSpc>
                <a:spcPts val="3960"/>
              </a:lnSpc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Это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существенное</a:t>
            </a:r>
            <a:r>
              <a:rPr sz="3300" spc="2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преимущество</a:t>
            </a:r>
            <a:endParaRPr sz="3300" dirty="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над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конкурентами,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например, </a:t>
            </a:r>
            <a:r>
              <a:rPr sz="3300" spc="-465" dirty="0">
                <a:solidFill>
                  <a:srgbClr val="1E1E1E"/>
                </a:solidFill>
                <a:latin typeface="Arial"/>
                <a:cs typeface="Arial"/>
              </a:rPr>
              <a:t>R </a:t>
            </a:r>
            <a:r>
              <a:rPr lang="ru-RU" sz="3300" spc="-465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 smtClean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560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MatLab.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2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0262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201862"/>
            <a:ext cx="10974070" cy="605663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Высокоуровневый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динамический</a:t>
            </a:r>
            <a:r>
              <a:rPr sz="3300" spc="2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язык.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Появился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1991</a:t>
            </a:r>
            <a:r>
              <a:rPr sz="3300" spc="3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году.</a:t>
            </a:r>
            <a:endParaRPr sz="3300">
              <a:latin typeface="Arial"/>
              <a:cs typeface="Arial"/>
            </a:endParaRPr>
          </a:p>
          <a:p>
            <a:pPr marL="514984" marR="5080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Референсная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реализация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CPython,</a:t>
            </a:r>
            <a:r>
              <a:rPr sz="3300" spc="-3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разрабатывается 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Python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Software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Foundation.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2008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году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вышел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Python3,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несовместимый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Python2.</a:t>
            </a:r>
            <a:endParaRPr sz="3300">
              <a:latin typeface="Arial"/>
              <a:cs typeface="Arial"/>
            </a:endParaRPr>
          </a:p>
          <a:p>
            <a:pPr marL="514984" marR="2078989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Существуют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альтернативные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реализации 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под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различные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среды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выполнения: 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PyPy 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(JIT), 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Jython </a:t>
            </a:r>
            <a:r>
              <a:rPr sz="3300" spc="-240" dirty="0">
                <a:solidFill>
                  <a:srgbClr val="1E1E1E"/>
                </a:solidFill>
                <a:latin typeface="Arial"/>
                <a:cs typeface="Arial"/>
              </a:rPr>
              <a:t>(Java),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IronPython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235" dirty="0">
                <a:solidFill>
                  <a:srgbClr val="1E1E1E"/>
                </a:solidFill>
                <a:latin typeface="Arial"/>
                <a:cs typeface="Arial"/>
              </a:rPr>
              <a:t>(.NET).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Расширения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языке</a:t>
            </a:r>
            <a:r>
              <a:rPr sz="3300" spc="2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C.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3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0262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453163"/>
            <a:ext cx="11251565" cy="6559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ts val="396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120" dirty="0">
                <a:solidFill>
                  <a:srgbClr val="1E1E1E"/>
                </a:solidFill>
                <a:latin typeface="Arial"/>
                <a:cs typeface="Arial"/>
              </a:rPr>
              <a:t>NumPy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быстрые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операции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над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массивами,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линейная</a:t>
            </a:r>
            <a:r>
              <a:rPr sz="3300" spc="3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алгебра;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написан </a:t>
            </a:r>
            <a:r>
              <a:rPr sz="3300" spc="20" dirty="0">
                <a:solidFill>
                  <a:srgbClr val="1E1E1E"/>
                </a:solidFill>
                <a:latin typeface="Arial"/>
                <a:cs typeface="Arial"/>
              </a:rPr>
              <a:t>на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C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2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Fortran;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60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хорошо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оптимизирован.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ts val="396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245" dirty="0">
                <a:solidFill>
                  <a:srgbClr val="1E1E1E"/>
                </a:solidFill>
                <a:latin typeface="Arial"/>
                <a:cs typeface="Arial"/>
              </a:rPr>
              <a:t>SciPy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дополнение 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NumPy;</a:t>
            </a:r>
            <a:endParaRPr sz="3300">
              <a:latin typeface="Arial"/>
              <a:cs typeface="Arial"/>
            </a:endParaRPr>
          </a:p>
          <a:p>
            <a:pPr marL="1017905" marR="2477135" lvl="1" indent="-502920">
              <a:lnSpc>
                <a:spcPts val="3960"/>
              </a:lnSpc>
              <a:spcBef>
                <a:spcPts val="130"/>
              </a:spcBef>
              <a:buChar char="–"/>
              <a:tabLst>
                <a:tab pos="1017269" algn="l"/>
                <a:tab pos="1017905" algn="l"/>
              </a:tabLst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методы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оптимизации,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численные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методы, 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мат.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статистика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многое</a:t>
            </a:r>
            <a:r>
              <a:rPr sz="3300" spc="4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другое.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ts val="3960"/>
              </a:lnSpc>
              <a:spcBef>
                <a:spcPts val="1839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70" dirty="0">
                <a:solidFill>
                  <a:srgbClr val="1E1E1E"/>
                </a:solidFill>
                <a:latin typeface="Arial"/>
                <a:cs typeface="Arial"/>
              </a:rPr>
              <a:t>MatplotLib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графическая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библиотека;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графики;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60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визуализация.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4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40487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Экосистема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ts val="396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pc="-140" dirty="0"/>
              <a:t>Scikit-Learn</a:t>
            </a: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машинное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обучение;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большой </a:t>
            </a:r>
            <a:r>
              <a:rPr sz="3300" spc="20" dirty="0">
                <a:solidFill>
                  <a:srgbClr val="1E1E1E"/>
                </a:solidFill>
                <a:latin typeface="Arial"/>
                <a:cs typeface="Arial"/>
              </a:rPr>
              <a:t>набор</a:t>
            </a:r>
            <a:r>
              <a:rPr sz="3300" spc="1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алгоритмов;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60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предобработка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данных.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ts val="396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pc="-150" dirty="0"/>
              <a:t>Pandas</a:t>
            </a: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манипулирование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двухмерными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массивами</a:t>
            </a:r>
            <a:r>
              <a:rPr sz="3300" spc="2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60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анализ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данных;</a:t>
            </a:r>
            <a:endParaRPr sz="3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64445" y="7365220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5" h="289559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5" h="289559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5" h="289559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5" h="289559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5" h="289559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2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5" h="289559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5" h="289559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9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6031" y="6971380"/>
            <a:ext cx="8771255" cy="253873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2075"/>
              </a:spcBef>
              <a:tabLst>
                <a:tab pos="1017905" algn="l"/>
                <a:tab pos="8661400" algn="l"/>
              </a:tabLst>
            </a:pP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	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реализация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он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епции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“</a:t>
            </a:r>
            <a:r>
              <a:rPr sz="3300" spc="85" dirty="0">
                <a:solidFill>
                  <a:srgbClr val="1E1E1E"/>
                </a:solidFill>
                <a:latin typeface="Arial"/>
                <a:cs typeface="Arial"/>
              </a:rPr>
              <a:t>da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t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a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f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r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am</a:t>
            </a:r>
            <a:r>
              <a:rPr sz="3300" spc="-254" dirty="0">
                <a:solidFill>
                  <a:srgbClr val="1E1E1E"/>
                </a:solidFill>
                <a:latin typeface="Arial"/>
                <a:cs typeface="Arial"/>
              </a:rPr>
              <a:t>e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”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из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ts val="396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170" dirty="0">
                <a:solidFill>
                  <a:srgbClr val="1E1E1E"/>
                </a:solidFill>
                <a:latin typeface="Arial"/>
                <a:cs typeface="Arial"/>
              </a:rPr>
              <a:t>Statsmodels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54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статистические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80" dirty="0">
                <a:solidFill>
                  <a:srgbClr val="1E1E1E"/>
                </a:solidFill>
                <a:latin typeface="Arial"/>
                <a:cs typeface="Arial"/>
              </a:rPr>
              <a:t>модели;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ts val="3960"/>
              </a:lnSpc>
              <a:buChar char="–"/>
              <a:tabLst>
                <a:tab pos="1017269" algn="l"/>
                <a:tab pos="1017905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статистические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тесты.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5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40487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Экосистема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201862"/>
            <a:ext cx="13641069" cy="379539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Scikit-image,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Pillow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обработка</a:t>
            </a:r>
            <a:r>
              <a:rPr sz="3300" spc="-2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изображений;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235" dirty="0">
                <a:solidFill>
                  <a:srgbClr val="1E1E1E"/>
                </a:solidFill>
                <a:latin typeface="Arial"/>
                <a:cs typeface="Arial"/>
              </a:rPr>
              <a:t>NLTK, </a:t>
            </a:r>
            <a:r>
              <a:rPr sz="3300" spc="-180" dirty="0">
                <a:solidFill>
                  <a:srgbClr val="1E1E1E"/>
                </a:solidFill>
                <a:latin typeface="Arial"/>
                <a:cs typeface="Arial"/>
              </a:rPr>
              <a:t>spaCy,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gensim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работа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5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текстом;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Scrapy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краулер,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извлечение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веб-страниц;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TensorFlow,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Theano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нейронные</a:t>
            </a:r>
            <a:r>
              <a:rPr sz="3300" spc="-20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сети;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Множество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оберток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над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другими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библиотеками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(например,</a:t>
            </a:r>
            <a:r>
              <a:rPr sz="3300" spc="5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OpenCV).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6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40487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Экосистема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201862"/>
            <a:ext cx="10500360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Дистрибутив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Python.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Удобная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инсталлятор под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Windows,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Linux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6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macOS.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Собственный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менеджер</a:t>
            </a:r>
            <a:r>
              <a:rPr sz="3300" spc="1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пакетов.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Многие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полезные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библиотеки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уже</a:t>
            </a:r>
            <a:r>
              <a:rPr sz="3300" spc="3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предустановлены.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7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9133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Ana</a:t>
            </a:r>
            <a:r>
              <a:rPr spc="-630" dirty="0"/>
              <a:t>c</a:t>
            </a:r>
            <a:r>
              <a:rPr spc="-114" dirty="0"/>
              <a:t>onda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201862"/>
            <a:ext cx="9372600" cy="1538242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 err="1" smtClean="0">
                <a:solidFill>
                  <a:srgbClr val="1E1E1E"/>
                </a:solidFill>
                <a:latin typeface="Arial"/>
                <a:cs typeface="Arial"/>
              </a:rPr>
              <a:t>Мы</a:t>
            </a:r>
            <a:r>
              <a:rPr sz="3300" spc="-85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будем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работать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409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Python3.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качестве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альтернативы</a:t>
            </a:r>
            <a:r>
              <a:rPr sz="3300" spc="3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Docker-контейнеры.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8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9133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Ana</a:t>
            </a:r>
            <a:r>
              <a:rPr spc="-630" dirty="0"/>
              <a:t>c</a:t>
            </a:r>
            <a:r>
              <a:rPr spc="-114" dirty="0"/>
              <a:t>onda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201862"/>
            <a:ext cx="11148695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b="1" spc="-114" dirty="0">
                <a:solidFill>
                  <a:srgbClr val="1E1E1E"/>
                </a:solidFill>
                <a:latin typeface="Arial"/>
                <a:cs typeface="Arial"/>
              </a:rPr>
              <a:t>Read </a:t>
            </a: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Eval </a:t>
            </a:r>
            <a:r>
              <a:rPr sz="3300" b="1" spc="-120" dirty="0">
                <a:solidFill>
                  <a:srgbClr val="1E1E1E"/>
                </a:solidFill>
                <a:latin typeface="Arial"/>
                <a:cs typeface="Arial"/>
              </a:rPr>
              <a:t>Print </a:t>
            </a: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Loop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цикл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чтения,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выполнения,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печати.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Python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скриптовый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язык,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компилировать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нужно.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Команды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выполнять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друг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за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другом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6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терминале.</a:t>
            </a:r>
            <a:endParaRPr sz="33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1922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60" dirty="0"/>
              <a:t>REPL</a:t>
            </a:r>
          </a:p>
        </p:txBody>
      </p:sp>
      <p:sp>
        <p:nvSpPr>
          <p:cNvPr id="8" name="object 8"/>
          <p:cNvSpPr/>
          <p:nvPr/>
        </p:nvSpPr>
        <p:spPr>
          <a:xfrm>
            <a:off x="1848111" y="5999422"/>
            <a:ext cx="10313822" cy="3864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9972" y="10185942"/>
            <a:ext cx="55372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5" dirty="0">
                <a:solidFill>
                  <a:srgbClr val="BFBFBF"/>
                </a:solidFill>
                <a:latin typeface="Courier New"/>
                <a:cs typeface="Courier New"/>
              </a:rPr>
              <a:pPr marL="25400">
                <a:lnSpc>
                  <a:spcPts val="3729"/>
                </a:lnSpc>
              </a:pPr>
              <a:t>9</a:t>
            </a:fld>
            <a:endParaRPr sz="3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453163"/>
            <a:ext cx="10188575" cy="4297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45" dirty="0">
                <a:solidFill>
                  <a:srgbClr val="1E1E1E"/>
                </a:solidFill>
                <a:latin typeface="Arial"/>
                <a:cs typeface="Arial"/>
              </a:rPr>
              <a:t>Запуск </a:t>
            </a:r>
            <a:r>
              <a:rPr sz="3300" b="1" spc="-175" dirty="0">
                <a:solidFill>
                  <a:srgbClr val="1E1E1E"/>
                </a:solidFill>
                <a:latin typeface="Arial"/>
                <a:cs typeface="Arial"/>
              </a:rPr>
              <a:t>Jupyter</a:t>
            </a:r>
            <a:r>
              <a:rPr sz="3300" b="1" spc="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55" dirty="0">
                <a:solidFill>
                  <a:srgbClr val="1E1E1E"/>
                </a:solidFill>
                <a:latin typeface="Arial"/>
                <a:cs typeface="Arial"/>
              </a:rPr>
              <a:t>Notebook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 marR="2864485">
              <a:lnSpc>
                <a:spcPct val="100000"/>
              </a:lnSpc>
            </a:pP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меню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приложений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Anacondа </a:t>
            </a:r>
            <a:r>
              <a:rPr sz="3300" spc="55" dirty="0">
                <a:solidFill>
                  <a:srgbClr val="1E1E1E"/>
                </a:solidFill>
                <a:latin typeface="Arial"/>
                <a:cs typeface="Arial"/>
              </a:rPr>
              <a:t>нужно 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выбрать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Jupyter</a:t>
            </a:r>
            <a:r>
              <a:rPr sz="3300" spc="2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Notebook.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Ячейка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(Cell)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код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или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текст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формате</a:t>
            </a:r>
            <a:r>
              <a:rPr sz="3300" spc="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Markdown.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Ядро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(Kernel)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поддержка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других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языков </a:t>
            </a:r>
            <a:r>
              <a:rPr sz="3300" spc="-260" dirty="0">
                <a:solidFill>
                  <a:srgbClr val="1E1E1E"/>
                </a:solidFill>
                <a:latin typeface="Arial"/>
                <a:cs typeface="Arial"/>
              </a:rPr>
              <a:t>(R,</a:t>
            </a:r>
            <a:r>
              <a:rPr sz="3300" spc="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215" dirty="0">
                <a:solidFill>
                  <a:srgbClr val="1E1E1E"/>
                </a:solidFill>
                <a:latin typeface="Arial"/>
                <a:cs typeface="Arial"/>
              </a:rPr>
              <a:t>Julia).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использовать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графику.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55372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5" dirty="0">
                <a:solidFill>
                  <a:srgbClr val="BFBFBF"/>
                </a:solidFill>
                <a:latin typeface="Courier New"/>
                <a:cs typeface="Courier New"/>
              </a:rPr>
              <a:pPr marL="25400">
                <a:lnSpc>
                  <a:spcPts val="3729"/>
                </a:lnSpc>
              </a:pPr>
              <a:t>10</a:t>
            </a:fld>
            <a:endParaRPr sz="3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49676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0" dirty="0"/>
              <a:t>Jupyter</a:t>
            </a:r>
            <a:r>
              <a:rPr spc="-130" dirty="0"/>
              <a:t>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3201862"/>
            <a:ext cx="9688195" cy="454914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Некоторые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полезные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комбинации</a:t>
            </a:r>
            <a:r>
              <a:rPr sz="3300" spc="4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клавиш: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125" dirty="0">
                <a:solidFill>
                  <a:srgbClr val="1E1E1E"/>
                </a:solidFill>
                <a:latin typeface="Arial"/>
                <a:cs typeface="Arial"/>
              </a:rPr>
              <a:t>Ctrl </a:t>
            </a:r>
            <a:r>
              <a:rPr sz="3300" b="1" spc="50" dirty="0">
                <a:solidFill>
                  <a:srgbClr val="1E1E1E"/>
                </a:solidFill>
                <a:latin typeface="Arial"/>
                <a:cs typeface="Arial"/>
              </a:rPr>
              <a:t>+ </a:t>
            </a:r>
            <a:r>
              <a:rPr sz="3300" b="1" spc="-175" dirty="0">
                <a:solidFill>
                  <a:srgbClr val="1E1E1E"/>
                </a:solidFill>
                <a:latin typeface="Arial"/>
                <a:cs typeface="Arial"/>
              </a:rPr>
              <a:t>Enter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запуск</a:t>
            </a:r>
            <a:r>
              <a:rPr sz="3300" spc="-3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ячейки.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415" dirty="0">
                <a:solidFill>
                  <a:srgbClr val="1E1E1E"/>
                </a:solidFill>
                <a:latin typeface="Arial"/>
                <a:cs typeface="Arial"/>
              </a:rPr>
              <a:t>Esc </a:t>
            </a:r>
            <a:r>
              <a:rPr sz="3300" b="1" spc="50" dirty="0">
                <a:solidFill>
                  <a:srgbClr val="1E1E1E"/>
                </a:solidFill>
                <a:latin typeface="Arial"/>
                <a:cs typeface="Arial"/>
              </a:rPr>
              <a:t>+ </a:t>
            </a:r>
            <a:r>
              <a:rPr sz="3300" b="1" spc="-140" dirty="0">
                <a:solidFill>
                  <a:srgbClr val="1E1E1E"/>
                </a:solidFill>
                <a:latin typeface="Arial"/>
                <a:cs typeface="Arial"/>
              </a:rPr>
              <a:t>m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перевод ячейки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режим</a:t>
            </a:r>
            <a:r>
              <a:rPr sz="3300" spc="-2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Markdown.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415" dirty="0">
                <a:solidFill>
                  <a:srgbClr val="1E1E1E"/>
                </a:solidFill>
                <a:latin typeface="Arial"/>
                <a:cs typeface="Arial"/>
              </a:rPr>
              <a:t>Esc  </a:t>
            </a:r>
            <a:r>
              <a:rPr sz="3300" b="1" spc="50" dirty="0">
                <a:solidFill>
                  <a:srgbClr val="1E1E1E"/>
                </a:solidFill>
                <a:latin typeface="Arial"/>
                <a:cs typeface="Arial"/>
              </a:rPr>
              <a:t>+ </a:t>
            </a:r>
            <a:r>
              <a:rPr sz="3300" b="1" spc="95" dirty="0">
                <a:solidFill>
                  <a:srgbClr val="1E1E1E"/>
                </a:solidFill>
                <a:latin typeface="Arial"/>
                <a:cs typeface="Arial"/>
              </a:rPr>
              <a:t>a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вставить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новую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ячейку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перед</a:t>
            </a:r>
            <a:r>
              <a:rPr sz="3300" spc="-5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текущей.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415" dirty="0">
                <a:solidFill>
                  <a:srgbClr val="1E1E1E"/>
                </a:solidFill>
                <a:latin typeface="Arial"/>
                <a:cs typeface="Arial"/>
              </a:rPr>
              <a:t>Esc  </a:t>
            </a:r>
            <a:r>
              <a:rPr sz="3300" b="1" spc="50" dirty="0">
                <a:solidFill>
                  <a:srgbClr val="1E1E1E"/>
                </a:solidFill>
                <a:latin typeface="Arial"/>
                <a:cs typeface="Arial"/>
              </a:rPr>
              <a:t>+ </a:t>
            </a:r>
            <a:r>
              <a:rPr sz="3300" b="1" spc="-70" dirty="0">
                <a:solidFill>
                  <a:srgbClr val="1E1E1E"/>
                </a:solidFill>
                <a:latin typeface="Arial"/>
                <a:cs typeface="Arial"/>
              </a:rPr>
              <a:t>b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вставить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новую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ячейку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после</a:t>
            </a:r>
            <a:r>
              <a:rPr sz="3300" spc="-3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текущей.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415" dirty="0">
                <a:solidFill>
                  <a:srgbClr val="1E1E1E"/>
                </a:solidFill>
                <a:latin typeface="Arial"/>
                <a:cs typeface="Arial"/>
              </a:rPr>
              <a:t>Esc </a:t>
            </a:r>
            <a:r>
              <a:rPr sz="3300" b="1" spc="50" dirty="0">
                <a:solidFill>
                  <a:srgbClr val="1E1E1E"/>
                </a:solidFill>
                <a:latin typeface="Arial"/>
                <a:cs typeface="Arial"/>
              </a:rPr>
              <a:t>+ </a:t>
            </a:r>
            <a:r>
              <a:rPr sz="3300" b="1" spc="-70" dirty="0">
                <a:solidFill>
                  <a:srgbClr val="1E1E1E"/>
                </a:solidFill>
                <a:latin typeface="Arial"/>
                <a:cs typeface="Arial"/>
              </a:rPr>
              <a:t>d </a:t>
            </a:r>
            <a:r>
              <a:rPr sz="3300" b="1" spc="50" dirty="0">
                <a:solidFill>
                  <a:srgbClr val="1E1E1E"/>
                </a:solidFill>
                <a:latin typeface="Arial"/>
                <a:cs typeface="Arial"/>
              </a:rPr>
              <a:t>+ </a:t>
            </a:r>
            <a:r>
              <a:rPr sz="3300" b="1" spc="-70" dirty="0">
                <a:solidFill>
                  <a:srgbClr val="1E1E1E"/>
                </a:solidFill>
                <a:latin typeface="Arial"/>
                <a:cs typeface="Arial"/>
              </a:rPr>
              <a:t>d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удалить</a:t>
            </a:r>
            <a:r>
              <a:rPr sz="3300" spc="-3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ячейку.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55372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5" dirty="0">
                <a:solidFill>
                  <a:srgbClr val="BFBFBF"/>
                </a:solidFill>
                <a:latin typeface="Courier New"/>
                <a:cs typeface="Courier New"/>
              </a:rPr>
              <a:pPr marL="25400">
                <a:lnSpc>
                  <a:spcPts val="3729"/>
                </a:lnSpc>
              </a:pPr>
              <a:t>11</a:t>
            </a:fld>
            <a:endParaRPr sz="3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49676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0" dirty="0"/>
              <a:t>Jupyter</a:t>
            </a:r>
            <a:r>
              <a:rPr spc="-130" dirty="0"/>
              <a:t> Notebook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49972" y="10185942"/>
            <a:ext cx="55372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5" dirty="0">
                <a:solidFill>
                  <a:srgbClr val="BFBFBF"/>
                </a:solidFill>
                <a:latin typeface="Courier New"/>
                <a:cs typeface="Courier New"/>
              </a:rPr>
              <a:pPr marL="25400">
                <a:lnSpc>
                  <a:spcPts val="3729"/>
                </a:lnSpc>
              </a:pPr>
              <a:t>12</a:t>
            </a:fld>
            <a:endParaRPr sz="3300">
              <a:latin typeface="Courier New"/>
              <a:cs typeface="Courier New"/>
            </a:endParaRPr>
          </a:p>
        </p:txBody>
      </p:sp>
      <p:pic>
        <p:nvPicPr>
          <p:cNvPr id="9" name="Рисунок 8"/>
          <p:cNvPicPr/>
          <p:nvPr/>
        </p:nvPicPr>
        <p:blipFill rotWithShape="1">
          <a:blip r:embed="rId2"/>
          <a:srcRect l="5789" t="20628" r="36945" b="17648"/>
          <a:stretch/>
        </p:blipFill>
        <p:spPr bwMode="auto">
          <a:xfrm>
            <a:off x="831850" y="777875"/>
            <a:ext cx="15316200" cy="99198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86613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7759" t="19857" r="13149" b="23946"/>
          <a:stretch/>
        </p:blipFill>
        <p:spPr bwMode="auto">
          <a:xfrm>
            <a:off x="984250" y="1158875"/>
            <a:ext cx="17221199" cy="914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9362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7759" t="39252" r="47647" b="39658"/>
          <a:stretch/>
        </p:blipFill>
        <p:spPr bwMode="auto">
          <a:xfrm>
            <a:off x="2508250" y="2301875"/>
            <a:ext cx="11277600" cy="6248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491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 rotWithShape="1">
          <a:blip r:embed="rId2"/>
          <a:srcRect l="5543" t="25090" r="8972" b="17800"/>
          <a:stretch/>
        </p:blipFill>
        <p:spPr bwMode="auto">
          <a:xfrm>
            <a:off x="831850" y="1158875"/>
            <a:ext cx="17297400" cy="9067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8457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26476" t="25090" r="34117" b="52281"/>
          <a:stretch/>
        </p:blipFill>
        <p:spPr bwMode="auto">
          <a:xfrm>
            <a:off x="1517650" y="1387475"/>
            <a:ext cx="14706600" cy="8077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2065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7389" t="56646" r="8489" b="24879"/>
          <a:stretch/>
        </p:blipFill>
        <p:spPr bwMode="auto">
          <a:xfrm>
            <a:off x="450850" y="473075"/>
            <a:ext cx="16992600" cy="3505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/>
          <p:cNvPicPr/>
          <p:nvPr/>
        </p:nvPicPr>
        <p:blipFill rotWithShape="1">
          <a:blip r:embed="rId3"/>
          <a:srcRect l="5541" t="37097" r="40145" b="19490"/>
          <a:stretch/>
        </p:blipFill>
        <p:spPr bwMode="auto">
          <a:xfrm>
            <a:off x="6089650" y="3673475"/>
            <a:ext cx="11811000" cy="7086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85864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5541" t="45409" r="8123" b="19952"/>
          <a:stretch/>
        </p:blipFill>
        <p:spPr bwMode="auto">
          <a:xfrm>
            <a:off x="1136650" y="854075"/>
            <a:ext cx="15544800" cy="640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4371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5910" t="25090" r="38180" b="37965"/>
          <a:stretch/>
        </p:blipFill>
        <p:spPr bwMode="auto">
          <a:xfrm>
            <a:off x="1441450" y="1006475"/>
            <a:ext cx="14020800" cy="8001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8673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5541" t="19858" r="7021" b="33038"/>
          <a:stretch/>
        </p:blipFill>
        <p:spPr bwMode="auto">
          <a:xfrm>
            <a:off x="1365250" y="1463675"/>
            <a:ext cx="17068800" cy="8610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4659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13546" t="21242" r="36823" b="52895"/>
          <a:stretch/>
        </p:blipFill>
        <p:spPr bwMode="auto">
          <a:xfrm>
            <a:off x="1212850" y="1692276"/>
            <a:ext cx="14859000" cy="6934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43617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5788" t="28477" r="7261" b="24568"/>
          <a:stretch/>
        </p:blipFill>
        <p:spPr bwMode="auto">
          <a:xfrm>
            <a:off x="1060450" y="1311275"/>
            <a:ext cx="15925800" cy="76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68493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13669" t="25090" r="46184" b="54128"/>
          <a:stretch/>
        </p:blipFill>
        <p:spPr bwMode="auto">
          <a:xfrm>
            <a:off x="1517650" y="2073276"/>
            <a:ext cx="13182600" cy="6324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3249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5418" t="48949" r="9599" b="26572"/>
          <a:stretch/>
        </p:blipFill>
        <p:spPr bwMode="auto">
          <a:xfrm>
            <a:off x="1441450" y="1692275"/>
            <a:ext cx="16459200" cy="64007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07407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5172" t="26784" r="26601" b="47508"/>
          <a:stretch/>
        </p:blipFill>
        <p:spPr bwMode="auto">
          <a:xfrm>
            <a:off x="984250" y="1006475"/>
            <a:ext cx="10636885" cy="34299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26493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9050" y="854075"/>
            <a:ext cx="335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/>
              <a:t>Цикл </a:t>
            </a:r>
            <a:r>
              <a:rPr lang="en-US" sz="4400" dirty="0" smtClean="0"/>
              <a:t>For</a:t>
            </a:r>
            <a:endParaRPr lang="ru-RU" sz="4400" dirty="0"/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l="5541" t="18625" r="11947" b="53204"/>
          <a:stretch/>
        </p:blipFill>
        <p:spPr bwMode="auto">
          <a:xfrm>
            <a:off x="1289050" y="2301875"/>
            <a:ext cx="16306800" cy="5105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2159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 rotWithShape="1">
          <a:blip r:embed="rId2"/>
          <a:srcRect l="5172" t="17548" r="15638" b="36884"/>
          <a:stretch/>
        </p:blipFill>
        <p:spPr bwMode="auto">
          <a:xfrm>
            <a:off x="1441450" y="1235075"/>
            <a:ext cx="15316199" cy="8153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8507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5417" t="27553" r="6766" b="31957"/>
          <a:stretch/>
        </p:blipFill>
        <p:spPr bwMode="auto">
          <a:xfrm>
            <a:off x="1212850" y="1311275"/>
            <a:ext cx="16611600" cy="7543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76030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5295" t="26629" r="8375" b="49048"/>
          <a:stretch/>
        </p:blipFill>
        <p:spPr bwMode="auto">
          <a:xfrm>
            <a:off x="1060450" y="1158875"/>
            <a:ext cx="17449799" cy="541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401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25982" t="20781" r="14039" b="50431"/>
          <a:stretch/>
        </p:blipFill>
        <p:spPr bwMode="auto">
          <a:xfrm>
            <a:off x="831850" y="1235075"/>
            <a:ext cx="15773400" cy="8001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7229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l="7265" t="21396" r="30048" b="30111"/>
          <a:stretch/>
        </p:blipFill>
        <p:spPr bwMode="auto">
          <a:xfrm>
            <a:off x="1365249" y="2149475"/>
            <a:ext cx="12496801" cy="6934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77560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/>
          <a:srcRect l="6528" t="29865" r="20059" b="33337"/>
          <a:stretch/>
        </p:blipFill>
        <p:spPr bwMode="auto">
          <a:xfrm>
            <a:off x="1136650" y="1311275"/>
            <a:ext cx="15849600" cy="8001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/>
          <p:cNvPicPr/>
          <p:nvPr/>
        </p:nvPicPr>
        <p:blipFill rotWithShape="1">
          <a:blip r:embed="rId3"/>
          <a:srcRect l="12192" t="18163" r="82390" b="21490"/>
          <a:stretch/>
        </p:blipFill>
        <p:spPr bwMode="auto">
          <a:xfrm>
            <a:off x="17138650" y="1311275"/>
            <a:ext cx="1616710" cy="9601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21435" r="32422" b="31689"/>
          <a:stretch>
            <a:fillRect/>
          </a:stretch>
        </p:blipFill>
        <p:spPr bwMode="auto">
          <a:xfrm>
            <a:off x="479358" y="939767"/>
            <a:ext cx="13358906" cy="8300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lum bright="-30000" contrast="20000"/>
          </a:blip>
          <a:srcRect l="7385" t="17773" r="53591" b="46199"/>
          <a:stretch>
            <a:fillRect/>
          </a:stretch>
        </p:blipFill>
        <p:spPr bwMode="auto">
          <a:xfrm>
            <a:off x="765110" y="654015"/>
            <a:ext cx="12287336" cy="907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lum bright="-20000" contrast="10000"/>
          </a:blip>
          <a:srcRect l="1953" t="19238" r="45312" b="17773"/>
          <a:stretch>
            <a:fillRect/>
          </a:stretch>
        </p:blipFill>
        <p:spPr bwMode="auto">
          <a:xfrm>
            <a:off x="622235" y="555550"/>
            <a:ext cx="9821936" cy="9385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 t="22945" r="26562" b="28621"/>
          <a:stretch>
            <a:fillRect/>
          </a:stretch>
        </p:blipFill>
        <p:spPr bwMode="auto">
          <a:xfrm>
            <a:off x="1237038" y="1154081"/>
            <a:ext cx="15329511" cy="8072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lum bright="-20000" contrast="10000"/>
          </a:blip>
          <a:srcRect l="5468" t="41943" r="17773" b="38281"/>
          <a:stretch>
            <a:fillRect/>
          </a:stretch>
        </p:blipFill>
        <p:spPr bwMode="auto">
          <a:xfrm>
            <a:off x="550795" y="868329"/>
            <a:ext cx="18023543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 l="6640" t="19238" r="41211" b="43408"/>
          <a:stretch>
            <a:fillRect/>
          </a:stretch>
        </p:blipFill>
        <p:spPr bwMode="auto">
          <a:xfrm>
            <a:off x="693672" y="4654543"/>
            <a:ext cx="10644262" cy="6099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17773" r="13672" b="52930"/>
          <a:stretch>
            <a:fillRect/>
          </a:stretch>
        </p:blipFill>
        <p:spPr bwMode="auto">
          <a:xfrm>
            <a:off x="407919" y="796891"/>
            <a:ext cx="18082743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39014" r="7812" b="19238"/>
          <a:stretch>
            <a:fillRect/>
          </a:stretch>
        </p:blipFill>
        <p:spPr bwMode="auto">
          <a:xfrm>
            <a:off x="979423" y="1011205"/>
            <a:ext cx="18408445" cy="728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42676" r="24219" b="26562"/>
          <a:stretch>
            <a:fillRect/>
          </a:stretch>
        </p:blipFill>
        <p:spPr bwMode="auto">
          <a:xfrm>
            <a:off x="622234" y="654015"/>
            <a:ext cx="17114504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42676" r="24219" b="26562"/>
          <a:stretch>
            <a:fillRect/>
          </a:stretch>
        </p:blipFill>
        <p:spPr bwMode="auto">
          <a:xfrm>
            <a:off x="622234" y="654015"/>
            <a:ext cx="17114504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5468" t="18506" r="24805" b="45605"/>
          <a:stretch>
            <a:fillRect/>
          </a:stretch>
        </p:blipFill>
        <p:spPr bwMode="auto">
          <a:xfrm>
            <a:off x="907985" y="868329"/>
            <a:ext cx="17522721" cy="721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48535" r="7226" b="22168"/>
          <a:stretch>
            <a:fillRect/>
          </a:stretch>
        </p:blipFill>
        <p:spPr bwMode="auto">
          <a:xfrm>
            <a:off x="336482" y="296825"/>
            <a:ext cx="1720941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 l="7226" t="41211" r="7812" b="50736"/>
          <a:stretch>
            <a:fillRect/>
          </a:stretch>
        </p:blipFill>
        <p:spPr bwMode="auto">
          <a:xfrm>
            <a:off x="336482" y="4940295"/>
            <a:ext cx="15073418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lum bright="-20000" contrast="20000"/>
          </a:blip>
          <a:srcRect l="7812" t="24365" r="68164" b="58789"/>
          <a:stretch>
            <a:fillRect/>
          </a:stretch>
        </p:blipFill>
        <p:spPr bwMode="auto">
          <a:xfrm>
            <a:off x="336482" y="6011864"/>
            <a:ext cx="6357982" cy="3566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41943" r="8984" b="17773"/>
          <a:stretch>
            <a:fillRect/>
          </a:stretch>
        </p:blipFill>
        <p:spPr bwMode="auto">
          <a:xfrm>
            <a:off x="1050862" y="1154081"/>
            <a:ext cx="18016664" cy="6929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 l="7812" t="40478" r="7812" b="46338"/>
          <a:stretch>
            <a:fillRect/>
          </a:stretch>
        </p:blipFill>
        <p:spPr bwMode="auto">
          <a:xfrm>
            <a:off x="1050862" y="8083567"/>
            <a:ext cx="1714512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044" y="0"/>
            <a:ext cx="914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Базовые операции с массивами</a:t>
            </a:r>
            <a:endParaRPr lang="ru-RU" sz="4000" b="1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617" t="17855" r="22070" b="17692"/>
          <a:stretch>
            <a:fillRect/>
          </a:stretch>
        </p:blipFill>
        <p:spPr bwMode="auto">
          <a:xfrm>
            <a:off x="622234" y="582576"/>
            <a:ext cx="14144724" cy="10372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044" y="0"/>
            <a:ext cx="914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Базовые операции с массивами</a:t>
            </a:r>
            <a:endParaRPr lang="ru-RU" sz="4000" b="1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60986" r="34766" b="22168"/>
          <a:stretch>
            <a:fillRect/>
          </a:stretch>
        </p:blipFill>
        <p:spPr bwMode="auto">
          <a:xfrm>
            <a:off x="550796" y="796891"/>
            <a:ext cx="1235256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044" y="0"/>
            <a:ext cx="914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Базовые операции с массивами</a:t>
            </a:r>
            <a:endParaRPr lang="ru-RU" sz="4000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24365" r="10742" b="22168"/>
          <a:stretch>
            <a:fillRect/>
          </a:stretch>
        </p:blipFill>
        <p:spPr bwMode="auto">
          <a:xfrm>
            <a:off x="622233" y="868329"/>
            <a:ext cx="18499506" cy="9715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044" y="0"/>
            <a:ext cx="914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Базовые операции с массивами</a:t>
            </a:r>
            <a:endParaRPr lang="ru-RU" sz="4000" b="1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26562" r="8398" b="38281"/>
          <a:stretch>
            <a:fillRect/>
          </a:stretch>
        </p:blipFill>
        <p:spPr bwMode="auto">
          <a:xfrm>
            <a:off x="622234" y="1011205"/>
            <a:ext cx="18941488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044" y="0"/>
            <a:ext cx="914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Базовые операции с массивами</a:t>
            </a:r>
            <a:endParaRPr lang="ru-RU" sz="4000" b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17463" r="37695" b="27295"/>
          <a:stretch>
            <a:fillRect/>
          </a:stretch>
        </p:blipFill>
        <p:spPr bwMode="auto">
          <a:xfrm>
            <a:off x="979424" y="1011205"/>
            <a:ext cx="12286417" cy="9858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044" y="0"/>
            <a:ext cx="914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Базовые операции с массивами</a:t>
            </a:r>
            <a:endParaRPr lang="ru-RU" sz="4000" b="1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984" t="33154" r="58203" b="44141"/>
          <a:stretch>
            <a:fillRect/>
          </a:stretch>
        </p:blipFill>
        <p:spPr bwMode="auto">
          <a:xfrm>
            <a:off x="1193737" y="1082643"/>
            <a:ext cx="9291549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17760" r="44727" b="33154"/>
          <a:stretch>
            <a:fillRect/>
          </a:stretch>
        </p:blipFill>
        <p:spPr bwMode="auto">
          <a:xfrm>
            <a:off x="765110" y="868329"/>
            <a:ext cx="11644394" cy="975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27295" r="6054" b="47803"/>
          <a:stretch>
            <a:fillRect/>
          </a:stretch>
        </p:blipFill>
        <p:spPr bwMode="auto">
          <a:xfrm>
            <a:off x="884873" y="868329"/>
            <a:ext cx="18531857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12500" t="30957" r="26562" b="53662"/>
          <a:stretch>
            <a:fillRect/>
          </a:stretch>
        </p:blipFill>
        <p:spPr bwMode="auto">
          <a:xfrm>
            <a:off x="1122300" y="796891"/>
            <a:ext cx="17689410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25097" r="16015" b="28027"/>
          <a:stretch>
            <a:fillRect/>
          </a:stretch>
        </p:blipFill>
        <p:spPr bwMode="auto">
          <a:xfrm>
            <a:off x="765109" y="725453"/>
            <a:ext cx="18131858" cy="885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19970" r="4882" b="19971"/>
          <a:stretch>
            <a:fillRect/>
          </a:stretch>
        </p:blipFill>
        <p:spPr bwMode="auto">
          <a:xfrm>
            <a:off x="622234" y="654014"/>
            <a:ext cx="16787930" cy="9301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37549" r="38867" b="19970"/>
          <a:stretch>
            <a:fillRect/>
          </a:stretch>
        </p:blipFill>
        <p:spPr bwMode="auto">
          <a:xfrm>
            <a:off x="550796" y="582577"/>
            <a:ext cx="14287600" cy="9207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44873" r="47656" b="26562"/>
          <a:stretch>
            <a:fillRect/>
          </a:stretch>
        </p:blipFill>
        <p:spPr bwMode="auto">
          <a:xfrm>
            <a:off x="479358" y="654015"/>
            <a:ext cx="14699742" cy="764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363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1E1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431</Words>
  <Application>Microsoft Office PowerPoint</Application>
  <PresentationFormat>Произвольный</PresentationFormat>
  <Paragraphs>94</Paragraphs>
  <Slides>57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62" baseType="lpstr">
      <vt:lpstr>Arial</vt:lpstr>
      <vt:lpstr>Calibri</vt:lpstr>
      <vt:lpstr>Courier New</vt:lpstr>
      <vt:lpstr>Times New Roman</vt:lpstr>
      <vt:lpstr>Office Theme</vt:lpstr>
      <vt:lpstr>Python</vt:lpstr>
      <vt:lpstr>Python</vt:lpstr>
      <vt:lpstr>Python</vt:lpstr>
      <vt:lpstr>Экосистема</vt:lpstr>
      <vt:lpstr>Экосистема</vt:lpstr>
      <vt:lpstr>Экосистема</vt:lpstr>
      <vt:lpstr>Anaconda</vt:lpstr>
      <vt:lpstr>Anaconda</vt:lpstr>
      <vt:lpstr>REPL</vt:lpstr>
      <vt:lpstr>Jupyter Notebook</vt:lpstr>
      <vt:lpstr>Jupyter Notebook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Ильина Татьяна Сергеевна</dc:creator>
  <cp:lastModifiedBy>KaterminaTS</cp:lastModifiedBy>
  <cp:revision>13</cp:revision>
  <dcterms:created xsi:type="dcterms:W3CDTF">2019-02-13T11:14:19Z</dcterms:created>
  <dcterms:modified xsi:type="dcterms:W3CDTF">2019-02-20T12:28:51Z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2017-09-19T00:00:00Z</vt:filetime>
  </property>
  <property fmtid="{D5CDD505-2E9C-101B-9397-08002B2CF9AE}" pid="3" name="Creator">
    <vt:lpwstr>Adobe InDesign CC 2015 (Windows)</vt:lpwstr>
  </property>
  <property fmtid="{D5CDD505-2E9C-101B-9397-08002B2CF9AE}" pid="4" name="LastSaved">
    <vt:filetime>2019-02-13T00:00:00Z</vt:filetime>
  </property>
</Properties>
</file>